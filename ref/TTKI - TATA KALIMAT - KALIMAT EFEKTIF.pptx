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3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A06CB-0906-4DA7-94F8-700A5D1EA8F1}" type="doc">
      <dgm:prSet loTypeId="urn:microsoft.com/office/officeart/2005/8/layout/chevron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ID"/>
        </a:p>
      </dgm:t>
    </dgm:pt>
    <dgm:pt modelId="{BEF1A7C2-6B41-4615-9CB6-891B23E6CDAB}">
      <dgm:prSet phldrT="[Text]" custT="1"/>
      <dgm:spPr/>
      <dgm:t>
        <a:bodyPr/>
        <a:lstStyle/>
        <a:p>
          <a:endParaRPr lang="en-US" sz="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r>
            <a: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1</a:t>
          </a:r>
          <a:endParaRPr lang="en-ID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8C06D7E2-EAE4-482E-9093-9166E357D54C}" type="parTrans" cxnId="{5C2A579D-4792-48D5-8FD9-E4457B91DA94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C085E77F-1F33-47F0-9E0F-3021B628BDF7}" type="sibTrans" cxnId="{5C2A579D-4792-48D5-8FD9-E4457B91DA94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874E8CCC-C6E7-49D6-B17B-21C941CC8E49}">
      <dgm:prSet phldrT="[Text]" custT="1"/>
      <dgm:spPr/>
      <dgm:t>
        <a:bodyPr/>
        <a:lstStyle/>
        <a:p>
          <a:pPr marL="0" indent="0">
            <a:buNone/>
          </a:pPr>
          <a:r>
            <a:rPr lang="en-US" sz="2400" b="1" dirty="0">
              <a:latin typeface="Arial Narrow" panose="020B0606020202030204" pitchFamily="34" charset="0"/>
            </a:rPr>
            <a:t>Kata </a:t>
          </a:r>
          <a:r>
            <a:rPr lang="en-US" sz="2400" b="1" dirty="0" err="1">
              <a:latin typeface="Arial Narrow" panose="020B0606020202030204" pitchFamily="34" charset="0"/>
            </a:rPr>
            <a:t>baku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sesuai</a:t>
          </a:r>
          <a:r>
            <a:rPr lang="en-US" sz="2400" b="1" dirty="0">
              <a:latin typeface="Arial Narrow" panose="020B0606020202030204" pitchFamily="34" charset="0"/>
            </a:rPr>
            <a:t> KBBI (</a:t>
          </a:r>
          <a:r>
            <a:rPr lang="en-US" sz="2400" b="1" dirty="0" err="1">
              <a:latin typeface="Arial Narrow" panose="020B0606020202030204" pitchFamily="34" charset="0"/>
            </a:rPr>
            <a:t>lihat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tabel</a:t>
          </a:r>
          <a:r>
            <a:rPr lang="en-US" sz="2400" b="1" dirty="0">
              <a:latin typeface="Arial Narrow" panose="020B0606020202030204" pitchFamily="34" charset="0"/>
            </a:rPr>
            <a:t> kata </a:t>
          </a:r>
          <a:r>
            <a:rPr lang="en-US" sz="2400" b="1" dirty="0" err="1">
              <a:latin typeface="Arial Narrow" panose="020B0606020202030204" pitchFamily="34" charset="0"/>
            </a:rPr>
            <a:t>baku</a:t>
          </a:r>
          <a:r>
            <a:rPr lang="en-US" sz="2400" b="1" dirty="0">
              <a:latin typeface="Arial Narrow" panose="020B0606020202030204" pitchFamily="34" charset="0"/>
            </a:rPr>
            <a:t>)</a:t>
          </a:r>
          <a:endParaRPr lang="en-ID" sz="2400" b="1" dirty="0">
            <a:latin typeface="Arial Narrow" panose="020B0606020202030204" pitchFamily="34" charset="0"/>
          </a:endParaRPr>
        </a:p>
      </dgm:t>
    </dgm:pt>
    <dgm:pt modelId="{E6A2037A-F3AA-4D4D-8DE3-C6390E28B71C}" type="parTrans" cxnId="{00C140F0-FC89-4D6B-B404-80BED09AE80A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B90E159B-2764-4A59-A077-CB28901C4683}" type="sibTrans" cxnId="{00C140F0-FC89-4D6B-B404-80BED09AE80A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A3904205-C303-4912-98A3-C71DC4EB612C}">
      <dgm:prSet phldrT="[Text]" custT="1"/>
      <dgm:spPr/>
      <dgm:t>
        <a:bodyPr/>
        <a:lstStyle/>
        <a:p>
          <a:endParaRPr lang="en-US" sz="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r>
            <a: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2</a:t>
          </a:r>
          <a:endParaRPr lang="en-ID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31FA71D4-DC0D-4833-B16B-A95042ED013C}" type="parTrans" cxnId="{E747CB5B-A55B-410F-8994-16798691C958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CA8845A3-B750-4B56-8E9D-921CE6651F84}" type="sibTrans" cxnId="{E747CB5B-A55B-410F-8994-16798691C958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D669CA32-0F78-4380-8C2F-0F9448D05E89}">
      <dgm:prSet phldrT="[Text]" custT="1"/>
      <dgm:spPr/>
      <dgm:t>
        <a:bodyPr/>
        <a:lstStyle/>
        <a:p>
          <a:pPr marL="0" indent="0">
            <a:buNone/>
          </a:pPr>
          <a:r>
            <a:rPr lang="en-US" sz="2400" b="1" dirty="0" err="1">
              <a:latin typeface="Arial Narrow" panose="020B0606020202030204" pitchFamily="34" charset="0"/>
            </a:rPr>
            <a:t>Penggunaan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huruf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kapital</a:t>
          </a:r>
          <a:r>
            <a:rPr lang="en-US" sz="2400" b="1" dirty="0">
              <a:latin typeface="Arial Narrow" panose="020B0606020202030204" pitchFamily="34" charset="0"/>
            </a:rPr>
            <a:t> dan </a:t>
          </a:r>
          <a:r>
            <a:rPr lang="en-US" sz="2400" b="1" dirty="0" err="1">
              <a:latin typeface="Arial Narrow" panose="020B0606020202030204" pitchFamily="34" charset="0"/>
            </a:rPr>
            <a:t>huruf</a:t>
          </a:r>
          <a:r>
            <a:rPr lang="en-US" sz="2400" b="1" dirty="0">
              <a:latin typeface="Arial Narrow" panose="020B0606020202030204" pitchFamily="34" charset="0"/>
            </a:rPr>
            <a:t> miring</a:t>
          </a:r>
          <a:endParaRPr lang="en-ID" sz="2400" b="1" dirty="0">
            <a:latin typeface="Arial Narrow" panose="020B0606020202030204" pitchFamily="34" charset="0"/>
          </a:endParaRPr>
        </a:p>
      </dgm:t>
    </dgm:pt>
    <dgm:pt modelId="{37A0917C-6F01-45F6-9083-44B812EC2E03}" type="parTrans" cxnId="{E965AFEB-8DEF-404E-ADED-D4EA17290D8C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08F786EB-C23B-46A4-9C09-DF588C2CB40E}" type="sibTrans" cxnId="{E965AFEB-8DEF-404E-ADED-D4EA17290D8C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15C00412-6FB4-4C20-984E-9D4CE499BEB1}">
      <dgm:prSet phldrT="[Text]" custT="1"/>
      <dgm:spPr/>
      <dgm:t>
        <a:bodyPr/>
        <a:lstStyle/>
        <a:p>
          <a:endParaRPr lang="en-US" sz="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r>
            <a: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3</a:t>
          </a:r>
          <a:endParaRPr lang="en-ID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4F28E243-E8E3-4979-B949-77D7FEAB5B5F}" type="parTrans" cxnId="{EE6280CE-A8B4-4956-9800-CB9A5465517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5209347C-1342-4532-AADB-9799A8C875D8}" type="sibTrans" cxnId="{EE6280CE-A8B4-4956-9800-CB9A5465517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DAD25B85-AE80-4353-AAFF-A23008779827}">
      <dgm:prSet phldrT="[Text]" custT="1"/>
      <dgm:spPr/>
      <dgm:t>
        <a:bodyPr/>
        <a:lstStyle/>
        <a:p>
          <a:pPr>
            <a:buNone/>
          </a:pPr>
          <a:r>
            <a:rPr lang="en-US" sz="2400" b="1" dirty="0" err="1">
              <a:latin typeface="Arial Narrow" panose="020B0606020202030204" pitchFamily="34" charset="0"/>
            </a:rPr>
            <a:t>Struktur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kalimat</a:t>
          </a:r>
          <a:r>
            <a:rPr lang="en-US" sz="2400" b="1" dirty="0">
              <a:latin typeface="Arial Narrow" panose="020B0606020202030204" pitchFamily="34" charset="0"/>
            </a:rPr>
            <a:t> (</a:t>
          </a:r>
          <a:r>
            <a:rPr lang="en-US" sz="2400" b="1" dirty="0" err="1">
              <a:latin typeface="Arial Narrow" panose="020B0606020202030204" pitchFamily="34" charset="0"/>
            </a:rPr>
            <a:t>jelas</a:t>
          </a:r>
          <a:r>
            <a:rPr lang="en-US" sz="2400" b="1" dirty="0">
              <a:latin typeface="Arial Narrow" panose="020B0606020202030204" pitchFamily="34" charset="0"/>
            </a:rPr>
            <a:t>, </a:t>
          </a:r>
          <a:r>
            <a:rPr lang="en-US" sz="2400" b="1" dirty="0" err="1">
              <a:latin typeface="Arial Narrow" panose="020B0606020202030204" pitchFamily="34" charset="0"/>
            </a:rPr>
            <a:t>tidak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mubazir</a:t>
          </a:r>
          <a:r>
            <a:rPr lang="en-US" sz="2400" b="1" dirty="0">
              <a:latin typeface="Arial Narrow" panose="020B0606020202030204" pitchFamily="34" charset="0"/>
            </a:rPr>
            <a:t>, </a:t>
          </a:r>
          <a:r>
            <a:rPr lang="en-US" sz="2400" b="1" dirty="0" err="1">
              <a:latin typeface="Arial Narrow" panose="020B0606020202030204" pitchFamily="34" charset="0"/>
            </a:rPr>
            <a:t>tidak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rancu</a:t>
          </a:r>
          <a:r>
            <a:rPr lang="en-US" sz="2400" b="1" dirty="0">
              <a:latin typeface="Arial Narrow" panose="020B0606020202030204" pitchFamily="34" charset="0"/>
            </a:rPr>
            <a:t>)</a:t>
          </a:r>
          <a:endParaRPr lang="en-ID" sz="2400" b="1" dirty="0">
            <a:latin typeface="Arial Narrow" panose="020B0606020202030204" pitchFamily="34" charset="0"/>
          </a:endParaRPr>
        </a:p>
      </dgm:t>
    </dgm:pt>
    <dgm:pt modelId="{E043EFB8-1F4B-467C-B365-45F5D6BAE63B}" type="parTrans" cxnId="{62B41592-5F9D-46F4-9017-143471B5102A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3E3EB847-2E3D-4CB8-82C1-14B97CF3E765}" type="sibTrans" cxnId="{62B41592-5F9D-46F4-9017-143471B5102A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A0400BBF-B4F2-43F5-BA40-80868DA16CE6}">
      <dgm:prSet phldrT="[Text]" custT="1"/>
      <dgm:spPr/>
      <dgm:t>
        <a:bodyPr/>
        <a:lstStyle/>
        <a:p>
          <a:endParaRPr lang="en-US" sz="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r>
            <a: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5</a:t>
          </a:r>
          <a:endParaRPr lang="en-ID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A60920C3-DC0D-41C0-8162-7396B017DBAB}" type="parTrans" cxnId="{3CBA4F1C-76F7-46A4-A2DD-15D5F7AF795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6226F40C-ACAF-4A1F-8874-1587265355DD}" type="sibTrans" cxnId="{3CBA4F1C-76F7-46A4-A2DD-15D5F7AF795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A7B66ED2-B1EF-4F2B-935A-C192353A09E5}">
      <dgm:prSet phldrT="[Text]" custT="1"/>
      <dgm:spPr/>
      <dgm:t>
        <a:bodyPr/>
        <a:lstStyle/>
        <a:p>
          <a:endParaRPr lang="en-US" sz="9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r>
            <a: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4</a:t>
          </a:r>
          <a:endParaRPr lang="en-ID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gm:t>
    </dgm:pt>
    <dgm:pt modelId="{67B28FC0-25A2-49E3-8F23-67540CDDE0E0}" type="parTrans" cxnId="{CE5B5A09-14DD-4E2E-80AE-D56A7566F1B6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A0BF05BA-B411-41C3-91A9-282C79C07A13}" type="sibTrans" cxnId="{CE5B5A09-14DD-4E2E-80AE-D56A7566F1B6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8B804213-B958-45CA-AD63-CAD2FF2BD73C}">
      <dgm:prSet custT="1"/>
      <dgm:spPr/>
      <dgm:t>
        <a:bodyPr/>
        <a:lstStyle/>
        <a:p>
          <a:pPr>
            <a:buNone/>
          </a:pPr>
          <a:r>
            <a:rPr lang="en-US" sz="2400" b="1" dirty="0" err="1">
              <a:latin typeface="Arial Narrow" panose="020B0606020202030204" pitchFamily="34" charset="0"/>
            </a:rPr>
            <a:t>Penulisan</a:t>
          </a:r>
          <a:r>
            <a:rPr lang="en-US" sz="2400" b="1" dirty="0">
              <a:latin typeface="Arial Narrow" panose="020B0606020202030204" pitchFamily="34" charset="0"/>
            </a:rPr>
            <a:t> kata (</a:t>
          </a:r>
          <a:r>
            <a:rPr lang="en-US" sz="2400" b="1" dirty="0" err="1">
              <a:latin typeface="Arial Narrow" panose="020B0606020202030204" pitchFamily="34" charset="0"/>
            </a:rPr>
            <a:t>spasi</a:t>
          </a:r>
          <a:r>
            <a:rPr lang="en-US" sz="2400" b="1" dirty="0">
              <a:latin typeface="Arial Narrow" panose="020B0606020202030204" pitchFamily="34" charset="0"/>
            </a:rPr>
            <a:t>/</a:t>
          </a:r>
          <a:r>
            <a:rPr lang="en-US" sz="2400" b="1" dirty="0" err="1">
              <a:latin typeface="Arial Narrow" panose="020B0606020202030204" pitchFamily="34" charset="0"/>
            </a:rPr>
            <a:t>tidak</a:t>
          </a:r>
          <a:r>
            <a:rPr lang="en-US" sz="2400" b="1" dirty="0">
              <a:latin typeface="Arial Narrow" panose="020B0606020202030204" pitchFamily="34" charset="0"/>
            </a:rPr>
            <a:t>, </a:t>
          </a:r>
          <a:r>
            <a:rPr lang="en-US" sz="2400" b="1" dirty="0" err="1">
              <a:latin typeface="Arial Narrow" panose="020B0606020202030204" pitchFamily="34" charset="0"/>
            </a:rPr>
            <a:t>angka</a:t>
          </a:r>
          <a:r>
            <a:rPr lang="en-US" sz="2400" b="1" dirty="0">
              <a:latin typeface="Arial Narrow" panose="020B0606020202030204" pitchFamily="34" charset="0"/>
            </a:rPr>
            <a:t>/</a:t>
          </a:r>
          <a:r>
            <a:rPr lang="en-US" sz="2400" b="1" dirty="0" err="1">
              <a:latin typeface="Arial Narrow" panose="020B0606020202030204" pitchFamily="34" charset="0"/>
            </a:rPr>
            <a:t>bilangan</a:t>
          </a:r>
          <a:r>
            <a:rPr lang="en-US" sz="2400" b="1" dirty="0">
              <a:latin typeface="Arial Narrow" panose="020B0606020202030204" pitchFamily="34" charset="0"/>
            </a:rPr>
            <a:t>)</a:t>
          </a:r>
          <a:endParaRPr lang="en-ID" sz="2400" b="1" dirty="0">
            <a:latin typeface="Arial Narrow" panose="020B0606020202030204" pitchFamily="34" charset="0"/>
          </a:endParaRPr>
        </a:p>
      </dgm:t>
    </dgm:pt>
    <dgm:pt modelId="{78DC97A4-CC61-459E-ABB1-99C9C10242EA}" type="parTrans" cxnId="{FCD8E110-C5DA-4DA3-85A3-B82BD5BF6E2C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A5B97D88-8EC8-41B9-8325-1F07D0054DA6}" type="sibTrans" cxnId="{FCD8E110-C5DA-4DA3-85A3-B82BD5BF6E2C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69780083-613A-4974-8AC2-E74C8D940151}">
      <dgm:prSet custT="1"/>
      <dgm:spPr/>
      <dgm:t>
        <a:bodyPr/>
        <a:lstStyle/>
        <a:p>
          <a:pPr>
            <a:buNone/>
          </a:pPr>
          <a:r>
            <a:rPr lang="en-US" sz="2400" b="1" dirty="0" err="1">
              <a:latin typeface="Arial Narrow" panose="020B0606020202030204" pitchFamily="34" charset="0"/>
            </a:rPr>
            <a:t>Pemakaian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tanda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baca</a:t>
          </a:r>
          <a:r>
            <a:rPr lang="en-US" sz="2400" b="1" dirty="0">
              <a:latin typeface="Arial Narrow" panose="020B0606020202030204" pitchFamily="34" charset="0"/>
            </a:rPr>
            <a:t> (</a:t>
          </a:r>
          <a:r>
            <a:rPr lang="en-US" sz="2400" b="1" dirty="0" err="1">
              <a:latin typeface="Arial Narrow" panose="020B0606020202030204" pitchFamily="34" charset="0"/>
            </a:rPr>
            <a:t>koma</a:t>
          </a:r>
          <a:r>
            <a:rPr lang="en-US" sz="2400" b="1" dirty="0">
              <a:latin typeface="Arial Narrow" panose="020B0606020202030204" pitchFamily="34" charset="0"/>
            </a:rPr>
            <a:t>, </a:t>
          </a:r>
          <a:r>
            <a:rPr lang="en-US" sz="2400" b="1" dirty="0" err="1">
              <a:latin typeface="Arial Narrow" panose="020B0606020202030204" pitchFamily="34" charset="0"/>
            </a:rPr>
            <a:t>titik</a:t>
          </a:r>
          <a:r>
            <a:rPr lang="en-US" sz="2400" b="1" dirty="0">
              <a:latin typeface="Arial Narrow" panose="020B0606020202030204" pitchFamily="34" charset="0"/>
            </a:rPr>
            <a:t> </a:t>
          </a:r>
          <a:r>
            <a:rPr lang="en-US" sz="2400" b="1" dirty="0" err="1">
              <a:latin typeface="Arial Narrow" panose="020B0606020202030204" pitchFamily="34" charset="0"/>
            </a:rPr>
            <a:t>dua</a:t>
          </a:r>
          <a:r>
            <a:rPr lang="en-US" sz="2400" b="1" dirty="0">
              <a:latin typeface="Arial Narrow" panose="020B0606020202030204" pitchFamily="34" charset="0"/>
            </a:rPr>
            <a:t>, dan </a:t>
          </a:r>
          <a:r>
            <a:rPr lang="en-US" sz="2400" b="1" dirty="0" err="1">
              <a:latin typeface="Arial Narrow" panose="020B0606020202030204" pitchFamily="34" charset="0"/>
            </a:rPr>
            <a:t>petik</a:t>
          </a:r>
          <a:r>
            <a:rPr lang="en-US" sz="2400" b="1" dirty="0">
              <a:latin typeface="Arial Narrow" panose="020B0606020202030204" pitchFamily="34" charset="0"/>
            </a:rPr>
            <a:t>)</a:t>
          </a:r>
          <a:endParaRPr lang="en-ID" sz="2400" b="1" dirty="0">
            <a:latin typeface="Arial Narrow" panose="020B0606020202030204" pitchFamily="34" charset="0"/>
          </a:endParaRPr>
        </a:p>
      </dgm:t>
    </dgm:pt>
    <dgm:pt modelId="{FE8CF11D-D585-40B3-9109-7436444A4FD3}" type="parTrans" cxnId="{250F3CA0-46E7-471C-8394-C3156EB4CA2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236DA221-556C-46FF-A799-4CFCBCFCAB80}" type="sibTrans" cxnId="{250F3CA0-46E7-471C-8394-C3156EB4CA25}">
      <dgm:prSet/>
      <dgm:spPr/>
      <dgm:t>
        <a:bodyPr/>
        <a:lstStyle/>
        <a:p>
          <a:endParaRPr lang="en-ID" sz="1600">
            <a:latin typeface="Arial Narrow" panose="020B0606020202030204" pitchFamily="34" charset="0"/>
          </a:endParaRPr>
        </a:p>
      </dgm:t>
    </dgm:pt>
    <dgm:pt modelId="{593870CB-4C0F-4AD3-BC85-C690B78276A1}" type="pres">
      <dgm:prSet presAssocID="{E53A06CB-0906-4DA7-94F8-700A5D1EA8F1}" presName="linearFlow" presStyleCnt="0">
        <dgm:presLayoutVars>
          <dgm:dir/>
          <dgm:animLvl val="lvl"/>
          <dgm:resizeHandles val="exact"/>
        </dgm:presLayoutVars>
      </dgm:prSet>
      <dgm:spPr/>
    </dgm:pt>
    <dgm:pt modelId="{555A0FB5-CC04-4E56-B54D-CD11BD5F536D}" type="pres">
      <dgm:prSet presAssocID="{BEF1A7C2-6B41-4615-9CB6-891B23E6CDAB}" presName="composite" presStyleCnt="0"/>
      <dgm:spPr/>
    </dgm:pt>
    <dgm:pt modelId="{081EF916-3CD0-416E-98E9-73F823B195B0}" type="pres">
      <dgm:prSet presAssocID="{BEF1A7C2-6B41-4615-9CB6-891B23E6CDA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C48B5E0E-2770-46BA-A738-224369185D43}" type="pres">
      <dgm:prSet presAssocID="{BEF1A7C2-6B41-4615-9CB6-891B23E6CDAB}" presName="descendantText" presStyleLbl="alignAcc1" presStyleIdx="0" presStyleCnt="5">
        <dgm:presLayoutVars>
          <dgm:bulletEnabled val="1"/>
        </dgm:presLayoutVars>
      </dgm:prSet>
      <dgm:spPr/>
    </dgm:pt>
    <dgm:pt modelId="{743A1260-1317-45E1-A3C8-C232D1AB1207}" type="pres">
      <dgm:prSet presAssocID="{C085E77F-1F33-47F0-9E0F-3021B628BDF7}" presName="sp" presStyleCnt="0"/>
      <dgm:spPr/>
    </dgm:pt>
    <dgm:pt modelId="{154CE88B-BAAB-4508-8689-A8411CF36939}" type="pres">
      <dgm:prSet presAssocID="{A3904205-C303-4912-98A3-C71DC4EB612C}" presName="composite" presStyleCnt="0"/>
      <dgm:spPr/>
    </dgm:pt>
    <dgm:pt modelId="{7C0937F5-B067-4D6E-A51F-429B589B3095}" type="pres">
      <dgm:prSet presAssocID="{A3904205-C303-4912-98A3-C71DC4EB612C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7A341B91-5E96-4540-B1AF-676D063F1965}" type="pres">
      <dgm:prSet presAssocID="{A3904205-C303-4912-98A3-C71DC4EB612C}" presName="descendantText" presStyleLbl="alignAcc1" presStyleIdx="1" presStyleCnt="5">
        <dgm:presLayoutVars>
          <dgm:bulletEnabled val="1"/>
        </dgm:presLayoutVars>
      </dgm:prSet>
      <dgm:spPr/>
    </dgm:pt>
    <dgm:pt modelId="{641D9DD1-F815-4D97-A00A-1F0A0652CDDF}" type="pres">
      <dgm:prSet presAssocID="{CA8845A3-B750-4B56-8E9D-921CE6651F84}" presName="sp" presStyleCnt="0"/>
      <dgm:spPr/>
    </dgm:pt>
    <dgm:pt modelId="{61A3E8CF-88CD-4407-8147-F196A4E876E7}" type="pres">
      <dgm:prSet presAssocID="{15C00412-6FB4-4C20-984E-9D4CE499BEB1}" presName="composite" presStyleCnt="0"/>
      <dgm:spPr/>
    </dgm:pt>
    <dgm:pt modelId="{FF0E9D00-0408-45D0-AB3B-CA55FE8BDF8F}" type="pres">
      <dgm:prSet presAssocID="{15C00412-6FB4-4C20-984E-9D4CE499BEB1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53A01E06-EC16-4751-8A2E-25A5D637F6D3}" type="pres">
      <dgm:prSet presAssocID="{15C00412-6FB4-4C20-984E-9D4CE499BEB1}" presName="descendantText" presStyleLbl="alignAcc1" presStyleIdx="2" presStyleCnt="5">
        <dgm:presLayoutVars>
          <dgm:bulletEnabled val="1"/>
        </dgm:presLayoutVars>
      </dgm:prSet>
      <dgm:spPr/>
    </dgm:pt>
    <dgm:pt modelId="{568544B5-3235-45B3-ABBF-4037DBEB05E3}" type="pres">
      <dgm:prSet presAssocID="{5209347C-1342-4532-AADB-9799A8C875D8}" presName="sp" presStyleCnt="0"/>
      <dgm:spPr/>
    </dgm:pt>
    <dgm:pt modelId="{2CE6C784-EA3E-4AF0-B2F5-B7D63C1F16C2}" type="pres">
      <dgm:prSet presAssocID="{A7B66ED2-B1EF-4F2B-935A-C192353A09E5}" presName="composite" presStyleCnt="0"/>
      <dgm:spPr/>
    </dgm:pt>
    <dgm:pt modelId="{B04EFE75-6A60-4809-8F37-2AFD6877DE18}" type="pres">
      <dgm:prSet presAssocID="{A7B66ED2-B1EF-4F2B-935A-C192353A09E5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DDC48E85-7B53-45C6-95C9-C7535B03880B}" type="pres">
      <dgm:prSet presAssocID="{A7B66ED2-B1EF-4F2B-935A-C192353A09E5}" presName="descendantText" presStyleLbl="alignAcc1" presStyleIdx="3" presStyleCnt="5" custLinFactNeighborY="-3665">
        <dgm:presLayoutVars>
          <dgm:bulletEnabled val="1"/>
        </dgm:presLayoutVars>
      </dgm:prSet>
      <dgm:spPr/>
    </dgm:pt>
    <dgm:pt modelId="{39909D56-59C8-4D2D-AD74-92C4602575D6}" type="pres">
      <dgm:prSet presAssocID="{A0BF05BA-B411-41C3-91A9-282C79C07A13}" presName="sp" presStyleCnt="0"/>
      <dgm:spPr/>
    </dgm:pt>
    <dgm:pt modelId="{99BE3BF5-ADF2-4182-A3ED-234667B226CF}" type="pres">
      <dgm:prSet presAssocID="{A0400BBF-B4F2-43F5-BA40-80868DA16CE6}" presName="composite" presStyleCnt="0"/>
      <dgm:spPr/>
    </dgm:pt>
    <dgm:pt modelId="{806F3F45-2F01-407B-B79D-77B503BFFFBA}" type="pres">
      <dgm:prSet presAssocID="{A0400BBF-B4F2-43F5-BA40-80868DA16CE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BCB5550F-3537-49DF-8BA8-B9A6454F8632}" type="pres">
      <dgm:prSet presAssocID="{A0400BBF-B4F2-43F5-BA40-80868DA16CE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CE5B5A09-14DD-4E2E-80AE-D56A7566F1B6}" srcId="{E53A06CB-0906-4DA7-94F8-700A5D1EA8F1}" destId="{A7B66ED2-B1EF-4F2B-935A-C192353A09E5}" srcOrd="3" destOrd="0" parTransId="{67B28FC0-25A2-49E3-8F23-67540CDDE0E0}" sibTransId="{A0BF05BA-B411-41C3-91A9-282C79C07A13}"/>
    <dgm:cxn modelId="{FCD8E110-C5DA-4DA3-85A3-B82BD5BF6E2C}" srcId="{15C00412-6FB4-4C20-984E-9D4CE499BEB1}" destId="{8B804213-B958-45CA-AD63-CAD2FF2BD73C}" srcOrd="0" destOrd="0" parTransId="{78DC97A4-CC61-459E-ABB1-99C9C10242EA}" sibTransId="{A5B97D88-8EC8-41B9-8325-1F07D0054DA6}"/>
    <dgm:cxn modelId="{6494A915-77D5-46A3-AFCA-71E2E308814B}" type="presOf" srcId="{15C00412-6FB4-4C20-984E-9D4CE499BEB1}" destId="{FF0E9D00-0408-45D0-AB3B-CA55FE8BDF8F}" srcOrd="0" destOrd="0" presId="urn:microsoft.com/office/officeart/2005/8/layout/chevron2"/>
    <dgm:cxn modelId="{3CBA4F1C-76F7-46A4-A2DD-15D5F7AF7955}" srcId="{E53A06CB-0906-4DA7-94F8-700A5D1EA8F1}" destId="{A0400BBF-B4F2-43F5-BA40-80868DA16CE6}" srcOrd="4" destOrd="0" parTransId="{A60920C3-DC0D-41C0-8162-7396B017DBAB}" sibTransId="{6226F40C-ACAF-4A1F-8874-1587265355DD}"/>
    <dgm:cxn modelId="{2646713E-7E4C-4B5F-9840-ACB492A1240A}" type="presOf" srcId="{D669CA32-0F78-4380-8C2F-0F9448D05E89}" destId="{7A341B91-5E96-4540-B1AF-676D063F1965}" srcOrd="0" destOrd="0" presId="urn:microsoft.com/office/officeart/2005/8/layout/chevron2"/>
    <dgm:cxn modelId="{E747CB5B-A55B-410F-8994-16798691C958}" srcId="{E53A06CB-0906-4DA7-94F8-700A5D1EA8F1}" destId="{A3904205-C303-4912-98A3-C71DC4EB612C}" srcOrd="1" destOrd="0" parTransId="{31FA71D4-DC0D-4833-B16B-A95042ED013C}" sibTransId="{CA8845A3-B750-4B56-8E9D-921CE6651F84}"/>
    <dgm:cxn modelId="{1900DF5D-2F91-4CF2-B2F9-E064A4176E7C}" type="presOf" srcId="{69780083-613A-4974-8AC2-E74C8D940151}" destId="{DDC48E85-7B53-45C6-95C9-C7535B03880B}" srcOrd="0" destOrd="0" presId="urn:microsoft.com/office/officeart/2005/8/layout/chevron2"/>
    <dgm:cxn modelId="{42D4E862-2AF1-4021-9999-025D01226293}" type="presOf" srcId="{A7B66ED2-B1EF-4F2B-935A-C192353A09E5}" destId="{B04EFE75-6A60-4809-8F37-2AFD6877DE18}" srcOrd="0" destOrd="0" presId="urn:microsoft.com/office/officeart/2005/8/layout/chevron2"/>
    <dgm:cxn modelId="{1E6C8E49-233E-4911-BE0B-FF6DF4D9F327}" type="presOf" srcId="{DAD25B85-AE80-4353-AAFF-A23008779827}" destId="{BCB5550F-3537-49DF-8BA8-B9A6454F8632}" srcOrd="0" destOrd="0" presId="urn:microsoft.com/office/officeart/2005/8/layout/chevron2"/>
    <dgm:cxn modelId="{59487D4D-808C-420C-A6FB-54ECC84CA2E4}" type="presOf" srcId="{A3904205-C303-4912-98A3-C71DC4EB612C}" destId="{7C0937F5-B067-4D6E-A51F-429B589B3095}" srcOrd="0" destOrd="0" presId="urn:microsoft.com/office/officeart/2005/8/layout/chevron2"/>
    <dgm:cxn modelId="{F2A3EB4D-3F11-4DF9-BD16-5C64B501A01D}" type="presOf" srcId="{A0400BBF-B4F2-43F5-BA40-80868DA16CE6}" destId="{806F3F45-2F01-407B-B79D-77B503BFFFBA}" srcOrd="0" destOrd="0" presId="urn:microsoft.com/office/officeart/2005/8/layout/chevron2"/>
    <dgm:cxn modelId="{62B41592-5F9D-46F4-9017-143471B5102A}" srcId="{A0400BBF-B4F2-43F5-BA40-80868DA16CE6}" destId="{DAD25B85-AE80-4353-AAFF-A23008779827}" srcOrd="0" destOrd="0" parTransId="{E043EFB8-1F4B-467C-B365-45F5D6BAE63B}" sibTransId="{3E3EB847-2E3D-4CB8-82C1-14B97CF3E765}"/>
    <dgm:cxn modelId="{5C2A579D-4792-48D5-8FD9-E4457B91DA94}" srcId="{E53A06CB-0906-4DA7-94F8-700A5D1EA8F1}" destId="{BEF1A7C2-6B41-4615-9CB6-891B23E6CDAB}" srcOrd="0" destOrd="0" parTransId="{8C06D7E2-EAE4-482E-9093-9166E357D54C}" sibTransId="{C085E77F-1F33-47F0-9E0F-3021B628BDF7}"/>
    <dgm:cxn modelId="{250F3CA0-46E7-471C-8394-C3156EB4CA25}" srcId="{A7B66ED2-B1EF-4F2B-935A-C192353A09E5}" destId="{69780083-613A-4974-8AC2-E74C8D940151}" srcOrd="0" destOrd="0" parTransId="{FE8CF11D-D585-40B3-9109-7436444A4FD3}" sibTransId="{236DA221-556C-46FF-A799-4CFCBCFCAB80}"/>
    <dgm:cxn modelId="{40B19CC6-1E8F-4A8D-963B-A37B3E77C849}" type="presOf" srcId="{E53A06CB-0906-4DA7-94F8-700A5D1EA8F1}" destId="{593870CB-4C0F-4AD3-BC85-C690B78276A1}" srcOrd="0" destOrd="0" presId="urn:microsoft.com/office/officeart/2005/8/layout/chevron2"/>
    <dgm:cxn modelId="{EE6280CE-A8B4-4956-9800-CB9A54655175}" srcId="{E53A06CB-0906-4DA7-94F8-700A5D1EA8F1}" destId="{15C00412-6FB4-4C20-984E-9D4CE499BEB1}" srcOrd="2" destOrd="0" parTransId="{4F28E243-E8E3-4979-B949-77D7FEAB5B5F}" sibTransId="{5209347C-1342-4532-AADB-9799A8C875D8}"/>
    <dgm:cxn modelId="{37763ECF-BB3D-45AA-9BA4-68AE83D1347F}" type="presOf" srcId="{BEF1A7C2-6B41-4615-9CB6-891B23E6CDAB}" destId="{081EF916-3CD0-416E-98E9-73F823B195B0}" srcOrd="0" destOrd="0" presId="urn:microsoft.com/office/officeart/2005/8/layout/chevron2"/>
    <dgm:cxn modelId="{E965AFEB-8DEF-404E-ADED-D4EA17290D8C}" srcId="{A3904205-C303-4912-98A3-C71DC4EB612C}" destId="{D669CA32-0F78-4380-8C2F-0F9448D05E89}" srcOrd="0" destOrd="0" parTransId="{37A0917C-6F01-45F6-9083-44B812EC2E03}" sibTransId="{08F786EB-C23B-46A4-9C09-DF588C2CB40E}"/>
    <dgm:cxn modelId="{00C140F0-FC89-4D6B-B404-80BED09AE80A}" srcId="{BEF1A7C2-6B41-4615-9CB6-891B23E6CDAB}" destId="{874E8CCC-C6E7-49D6-B17B-21C941CC8E49}" srcOrd="0" destOrd="0" parTransId="{E6A2037A-F3AA-4D4D-8DE3-C6390E28B71C}" sibTransId="{B90E159B-2764-4A59-A077-CB28901C4683}"/>
    <dgm:cxn modelId="{24E14DF4-616C-4F0A-92B0-B14A7956D39A}" type="presOf" srcId="{8B804213-B958-45CA-AD63-CAD2FF2BD73C}" destId="{53A01E06-EC16-4751-8A2E-25A5D637F6D3}" srcOrd="0" destOrd="0" presId="urn:microsoft.com/office/officeart/2005/8/layout/chevron2"/>
    <dgm:cxn modelId="{205538FC-337D-41F6-B64C-AE799A487460}" type="presOf" srcId="{874E8CCC-C6E7-49D6-B17B-21C941CC8E49}" destId="{C48B5E0E-2770-46BA-A738-224369185D43}" srcOrd="0" destOrd="0" presId="urn:microsoft.com/office/officeart/2005/8/layout/chevron2"/>
    <dgm:cxn modelId="{165D6A10-08EC-4CB7-A943-522FC3193CA3}" type="presParOf" srcId="{593870CB-4C0F-4AD3-BC85-C690B78276A1}" destId="{555A0FB5-CC04-4E56-B54D-CD11BD5F536D}" srcOrd="0" destOrd="0" presId="urn:microsoft.com/office/officeart/2005/8/layout/chevron2"/>
    <dgm:cxn modelId="{ADE80A76-06A9-4B3F-84E0-E2FFDAB4D90B}" type="presParOf" srcId="{555A0FB5-CC04-4E56-B54D-CD11BD5F536D}" destId="{081EF916-3CD0-416E-98E9-73F823B195B0}" srcOrd="0" destOrd="0" presId="urn:microsoft.com/office/officeart/2005/8/layout/chevron2"/>
    <dgm:cxn modelId="{17B95B32-D242-4BE4-8E9C-10FE2DC0E7C8}" type="presParOf" srcId="{555A0FB5-CC04-4E56-B54D-CD11BD5F536D}" destId="{C48B5E0E-2770-46BA-A738-224369185D43}" srcOrd="1" destOrd="0" presId="urn:microsoft.com/office/officeart/2005/8/layout/chevron2"/>
    <dgm:cxn modelId="{B9B51F14-358A-4FAE-862C-23BB3B69F726}" type="presParOf" srcId="{593870CB-4C0F-4AD3-BC85-C690B78276A1}" destId="{743A1260-1317-45E1-A3C8-C232D1AB1207}" srcOrd="1" destOrd="0" presId="urn:microsoft.com/office/officeart/2005/8/layout/chevron2"/>
    <dgm:cxn modelId="{03CBE764-E099-495D-8C6C-64E578194682}" type="presParOf" srcId="{593870CB-4C0F-4AD3-BC85-C690B78276A1}" destId="{154CE88B-BAAB-4508-8689-A8411CF36939}" srcOrd="2" destOrd="0" presId="urn:microsoft.com/office/officeart/2005/8/layout/chevron2"/>
    <dgm:cxn modelId="{A117C218-BBD6-4A7A-BB27-28A9C4302CB7}" type="presParOf" srcId="{154CE88B-BAAB-4508-8689-A8411CF36939}" destId="{7C0937F5-B067-4D6E-A51F-429B589B3095}" srcOrd="0" destOrd="0" presId="urn:microsoft.com/office/officeart/2005/8/layout/chevron2"/>
    <dgm:cxn modelId="{741A914B-A28A-4C5E-AC86-6DD0F78F77CE}" type="presParOf" srcId="{154CE88B-BAAB-4508-8689-A8411CF36939}" destId="{7A341B91-5E96-4540-B1AF-676D063F1965}" srcOrd="1" destOrd="0" presId="urn:microsoft.com/office/officeart/2005/8/layout/chevron2"/>
    <dgm:cxn modelId="{7A35134B-FABC-4533-B698-ECC9484A704D}" type="presParOf" srcId="{593870CB-4C0F-4AD3-BC85-C690B78276A1}" destId="{641D9DD1-F815-4D97-A00A-1F0A0652CDDF}" srcOrd="3" destOrd="0" presId="urn:microsoft.com/office/officeart/2005/8/layout/chevron2"/>
    <dgm:cxn modelId="{2A12E2FF-D492-4E82-9D05-0250780581B6}" type="presParOf" srcId="{593870CB-4C0F-4AD3-BC85-C690B78276A1}" destId="{61A3E8CF-88CD-4407-8147-F196A4E876E7}" srcOrd="4" destOrd="0" presId="urn:microsoft.com/office/officeart/2005/8/layout/chevron2"/>
    <dgm:cxn modelId="{98852BD6-52BD-49CB-A7FE-88B1BD88D8D5}" type="presParOf" srcId="{61A3E8CF-88CD-4407-8147-F196A4E876E7}" destId="{FF0E9D00-0408-45D0-AB3B-CA55FE8BDF8F}" srcOrd="0" destOrd="0" presId="urn:microsoft.com/office/officeart/2005/8/layout/chevron2"/>
    <dgm:cxn modelId="{0C05933B-9AB2-4E18-A6AB-50D79E5A8381}" type="presParOf" srcId="{61A3E8CF-88CD-4407-8147-F196A4E876E7}" destId="{53A01E06-EC16-4751-8A2E-25A5D637F6D3}" srcOrd="1" destOrd="0" presId="urn:microsoft.com/office/officeart/2005/8/layout/chevron2"/>
    <dgm:cxn modelId="{D5D34951-F4F3-4AC4-8ABC-2BD9AB9044A2}" type="presParOf" srcId="{593870CB-4C0F-4AD3-BC85-C690B78276A1}" destId="{568544B5-3235-45B3-ABBF-4037DBEB05E3}" srcOrd="5" destOrd="0" presId="urn:microsoft.com/office/officeart/2005/8/layout/chevron2"/>
    <dgm:cxn modelId="{40EF27F7-41F4-4C1F-A70C-9038D5DF4B6B}" type="presParOf" srcId="{593870CB-4C0F-4AD3-BC85-C690B78276A1}" destId="{2CE6C784-EA3E-4AF0-B2F5-B7D63C1F16C2}" srcOrd="6" destOrd="0" presId="urn:microsoft.com/office/officeart/2005/8/layout/chevron2"/>
    <dgm:cxn modelId="{9A025AF7-7BA8-4A45-93CB-52106D0E1993}" type="presParOf" srcId="{2CE6C784-EA3E-4AF0-B2F5-B7D63C1F16C2}" destId="{B04EFE75-6A60-4809-8F37-2AFD6877DE18}" srcOrd="0" destOrd="0" presId="urn:microsoft.com/office/officeart/2005/8/layout/chevron2"/>
    <dgm:cxn modelId="{2B266C8B-13E8-4C1B-8A61-48759D46D1DB}" type="presParOf" srcId="{2CE6C784-EA3E-4AF0-B2F5-B7D63C1F16C2}" destId="{DDC48E85-7B53-45C6-95C9-C7535B03880B}" srcOrd="1" destOrd="0" presId="urn:microsoft.com/office/officeart/2005/8/layout/chevron2"/>
    <dgm:cxn modelId="{2471626D-FFC8-45B2-AAFC-8EB0A921FC6A}" type="presParOf" srcId="{593870CB-4C0F-4AD3-BC85-C690B78276A1}" destId="{39909D56-59C8-4D2D-AD74-92C4602575D6}" srcOrd="7" destOrd="0" presId="urn:microsoft.com/office/officeart/2005/8/layout/chevron2"/>
    <dgm:cxn modelId="{35CFB2B8-8B43-47F3-B83B-ED12FF1B9A43}" type="presParOf" srcId="{593870CB-4C0F-4AD3-BC85-C690B78276A1}" destId="{99BE3BF5-ADF2-4182-A3ED-234667B226CF}" srcOrd="8" destOrd="0" presId="urn:microsoft.com/office/officeart/2005/8/layout/chevron2"/>
    <dgm:cxn modelId="{8512ED07-CA7C-4D49-9870-160AF1310B2A}" type="presParOf" srcId="{99BE3BF5-ADF2-4182-A3ED-234667B226CF}" destId="{806F3F45-2F01-407B-B79D-77B503BFFFBA}" srcOrd="0" destOrd="0" presId="urn:microsoft.com/office/officeart/2005/8/layout/chevron2"/>
    <dgm:cxn modelId="{BA067AE1-02EF-4613-AA69-1F961735FB07}" type="presParOf" srcId="{99BE3BF5-ADF2-4182-A3ED-234667B226CF}" destId="{BCB5550F-3537-49DF-8BA8-B9A6454F863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EF916-3CD0-416E-98E9-73F823B195B0}">
      <dsp:nvSpPr>
        <dsp:cNvPr id="0" name=""/>
        <dsp:cNvSpPr/>
      </dsp:nvSpPr>
      <dsp:spPr>
        <a:xfrm rot="5400000">
          <a:off x="-176238" y="180562"/>
          <a:ext cx="1174924" cy="82244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1</a:t>
          </a:r>
          <a:endParaRPr lang="en-ID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 rot="-5400000">
        <a:off x="1" y="415548"/>
        <a:ext cx="822447" cy="352477"/>
      </dsp:txXfrm>
    </dsp:sp>
    <dsp:sp modelId="{C48B5E0E-2770-46BA-A738-224369185D43}">
      <dsp:nvSpPr>
        <dsp:cNvPr id="0" name=""/>
        <dsp:cNvSpPr/>
      </dsp:nvSpPr>
      <dsp:spPr>
        <a:xfrm rot="5400000">
          <a:off x="3905812" y="-3079040"/>
          <a:ext cx="764102" cy="69308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0" lvl="1" indent="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>
              <a:latin typeface="Arial Narrow" panose="020B0606020202030204" pitchFamily="34" charset="0"/>
            </a:rPr>
            <a:t>Kata </a:t>
          </a:r>
          <a:r>
            <a:rPr lang="en-US" sz="2400" b="1" kern="1200" dirty="0" err="1">
              <a:latin typeface="Arial Narrow" panose="020B0606020202030204" pitchFamily="34" charset="0"/>
            </a:rPr>
            <a:t>baku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sesuai</a:t>
          </a:r>
          <a:r>
            <a:rPr lang="en-US" sz="2400" b="1" kern="1200" dirty="0">
              <a:latin typeface="Arial Narrow" panose="020B0606020202030204" pitchFamily="34" charset="0"/>
            </a:rPr>
            <a:t> KBBI (</a:t>
          </a:r>
          <a:r>
            <a:rPr lang="en-US" sz="2400" b="1" kern="1200" dirty="0" err="1">
              <a:latin typeface="Arial Narrow" panose="020B0606020202030204" pitchFamily="34" charset="0"/>
            </a:rPr>
            <a:t>lihat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tabel</a:t>
          </a:r>
          <a:r>
            <a:rPr lang="en-US" sz="2400" b="1" kern="1200" dirty="0">
              <a:latin typeface="Arial Narrow" panose="020B0606020202030204" pitchFamily="34" charset="0"/>
            </a:rPr>
            <a:t> kata </a:t>
          </a:r>
          <a:r>
            <a:rPr lang="en-US" sz="2400" b="1" kern="1200" dirty="0" err="1">
              <a:latin typeface="Arial Narrow" panose="020B0606020202030204" pitchFamily="34" charset="0"/>
            </a:rPr>
            <a:t>baku</a:t>
          </a:r>
          <a:r>
            <a:rPr lang="en-US" sz="2400" b="1" kern="1200" dirty="0">
              <a:latin typeface="Arial Narrow" panose="020B0606020202030204" pitchFamily="34" charset="0"/>
            </a:rPr>
            <a:t>)</a:t>
          </a:r>
          <a:endParaRPr lang="en-ID" sz="2400" b="1" kern="1200" dirty="0">
            <a:latin typeface="Arial Narrow" panose="020B0606020202030204" pitchFamily="34" charset="0"/>
          </a:endParaRPr>
        </a:p>
      </dsp:txBody>
      <dsp:txXfrm rot="-5400000">
        <a:off x="822447" y="41625"/>
        <a:ext cx="6893532" cy="689502"/>
      </dsp:txXfrm>
    </dsp:sp>
    <dsp:sp modelId="{7C0937F5-B067-4D6E-A51F-429B589B3095}">
      <dsp:nvSpPr>
        <dsp:cNvPr id="0" name=""/>
        <dsp:cNvSpPr/>
      </dsp:nvSpPr>
      <dsp:spPr>
        <a:xfrm rot="5400000">
          <a:off x="-176238" y="1239336"/>
          <a:ext cx="1174924" cy="82244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2</a:t>
          </a:r>
          <a:endParaRPr lang="en-ID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 rot="-5400000">
        <a:off x="1" y="1474322"/>
        <a:ext cx="822447" cy="352477"/>
      </dsp:txXfrm>
    </dsp:sp>
    <dsp:sp modelId="{7A341B91-5E96-4540-B1AF-676D063F1965}">
      <dsp:nvSpPr>
        <dsp:cNvPr id="0" name=""/>
        <dsp:cNvSpPr/>
      </dsp:nvSpPr>
      <dsp:spPr>
        <a:xfrm rot="5400000">
          <a:off x="3906013" y="-2020468"/>
          <a:ext cx="763700" cy="69308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0" lvl="1" indent="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 err="1">
              <a:latin typeface="Arial Narrow" panose="020B0606020202030204" pitchFamily="34" charset="0"/>
            </a:rPr>
            <a:t>Penggunaan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huruf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kapital</a:t>
          </a:r>
          <a:r>
            <a:rPr lang="en-US" sz="2400" b="1" kern="1200" dirty="0">
              <a:latin typeface="Arial Narrow" panose="020B0606020202030204" pitchFamily="34" charset="0"/>
            </a:rPr>
            <a:t> dan </a:t>
          </a:r>
          <a:r>
            <a:rPr lang="en-US" sz="2400" b="1" kern="1200" dirty="0" err="1">
              <a:latin typeface="Arial Narrow" panose="020B0606020202030204" pitchFamily="34" charset="0"/>
            </a:rPr>
            <a:t>huruf</a:t>
          </a:r>
          <a:r>
            <a:rPr lang="en-US" sz="2400" b="1" kern="1200" dirty="0">
              <a:latin typeface="Arial Narrow" panose="020B0606020202030204" pitchFamily="34" charset="0"/>
            </a:rPr>
            <a:t> miring</a:t>
          </a:r>
          <a:endParaRPr lang="en-ID" sz="2400" b="1" kern="1200" dirty="0">
            <a:latin typeface="Arial Narrow" panose="020B0606020202030204" pitchFamily="34" charset="0"/>
          </a:endParaRPr>
        </a:p>
      </dsp:txBody>
      <dsp:txXfrm rot="-5400000">
        <a:off x="822448" y="1100378"/>
        <a:ext cx="6893551" cy="689138"/>
      </dsp:txXfrm>
    </dsp:sp>
    <dsp:sp modelId="{FF0E9D00-0408-45D0-AB3B-CA55FE8BDF8F}">
      <dsp:nvSpPr>
        <dsp:cNvPr id="0" name=""/>
        <dsp:cNvSpPr/>
      </dsp:nvSpPr>
      <dsp:spPr>
        <a:xfrm rot="5400000">
          <a:off x="-176238" y="2298109"/>
          <a:ext cx="1174924" cy="82244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3</a:t>
          </a:r>
          <a:endParaRPr lang="en-ID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 rot="-5400000">
        <a:off x="1" y="2533095"/>
        <a:ext cx="822447" cy="352477"/>
      </dsp:txXfrm>
    </dsp:sp>
    <dsp:sp modelId="{53A01E06-EC16-4751-8A2E-25A5D637F6D3}">
      <dsp:nvSpPr>
        <dsp:cNvPr id="0" name=""/>
        <dsp:cNvSpPr/>
      </dsp:nvSpPr>
      <dsp:spPr>
        <a:xfrm rot="5400000">
          <a:off x="3906013" y="-961694"/>
          <a:ext cx="763700" cy="69308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 err="1">
              <a:latin typeface="Arial Narrow" panose="020B0606020202030204" pitchFamily="34" charset="0"/>
            </a:rPr>
            <a:t>Penulisan</a:t>
          </a:r>
          <a:r>
            <a:rPr lang="en-US" sz="2400" b="1" kern="1200" dirty="0">
              <a:latin typeface="Arial Narrow" panose="020B0606020202030204" pitchFamily="34" charset="0"/>
            </a:rPr>
            <a:t> kata (</a:t>
          </a:r>
          <a:r>
            <a:rPr lang="en-US" sz="2400" b="1" kern="1200" dirty="0" err="1">
              <a:latin typeface="Arial Narrow" panose="020B0606020202030204" pitchFamily="34" charset="0"/>
            </a:rPr>
            <a:t>spasi</a:t>
          </a:r>
          <a:r>
            <a:rPr lang="en-US" sz="2400" b="1" kern="1200" dirty="0">
              <a:latin typeface="Arial Narrow" panose="020B0606020202030204" pitchFamily="34" charset="0"/>
            </a:rPr>
            <a:t>/</a:t>
          </a:r>
          <a:r>
            <a:rPr lang="en-US" sz="2400" b="1" kern="1200" dirty="0" err="1">
              <a:latin typeface="Arial Narrow" panose="020B0606020202030204" pitchFamily="34" charset="0"/>
            </a:rPr>
            <a:t>tidak</a:t>
          </a:r>
          <a:r>
            <a:rPr lang="en-US" sz="2400" b="1" kern="1200" dirty="0">
              <a:latin typeface="Arial Narrow" panose="020B0606020202030204" pitchFamily="34" charset="0"/>
            </a:rPr>
            <a:t>, </a:t>
          </a:r>
          <a:r>
            <a:rPr lang="en-US" sz="2400" b="1" kern="1200" dirty="0" err="1">
              <a:latin typeface="Arial Narrow" panose="020B0606020202030204" pitchFamily="34" charset="0"/>
            </a:rPr>
            <a:t>angka</a:t>
          </a:r>
          <a:r>
            <a:rPr lang="en-US" sz="2400" b="1" kern="1200" dirty="0">
              <a:latin typeface="Arial Narrow" panose="020B0606020202030204" pitchFamily="34" charset="0"/>
            </a:rPr>
            <a:t>/</a:t>
          </a:r>
          <a:r>
            <a:rPr lang="en-US" sz="2400" b="1" kern="1200" dirty="0" err="1">
              <a:latin typeface="Arial Narrow" panose="020B0606020202030204" pitchFamily="34" charset="0"/>
            </a:rPr>
            <a:t>bilangan</a:t>
          </a:r>
          <a:r>
            <a:rPr lang="en-US" sz="2400" b="1" kern="1200" dirty="0">
              <a:latin typeface="Arial Narrow" panose="020B0606020202030204" pitchFamily="34" charset="0"/>
            </a:rPr>
            <a:t>)</a:t>
          </a:r>
          <a:endParaRPr lang="en-ID" sz="2400" b="1" kern="1200" dirty="0">
            <a:latin typeface="Arial Narrow" panose="020B0606020202030204" pitchFamily="34" charset="0"/>
          </a:endParaRPr>
        </a:p>
      </dsp:txBody>
      <dsp:txXfrm rot="-5400000">
        <a:off x="822448" y="2159152"/>
        <a:ext cx="6893551" cy="689138"/>
      </dsp:txXfrm>
    </dsp:sp>
    <dsp:sp modelId="{B04EFE75-6A60-4809-8F37-2AFD6877DE18}">
      <dsp:nvSpPr>
        <dsp:cNvPr id="0" name=""/>
        <dsp:cNvSpPr/>
      </dsp:nvSpPr>
      <dsp:spPr>
        <a:xfrm rot="5400000">
          <a:off x="-176238" y="3356883"/>
          <a:ext cx="1174924" cy="82244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4</a:t>
          </a:r>
          <a:endParaRPr lang="en-ID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 rot="-5400000">
        <a:off x="1" y="3591869"/>
        <a:ext cx="822447" cy="352477"/>
      </dsp:txXfrm>
    </dsp:sp>
    <dsp:sp modelId="{DDC48E85-7B53-45C6-95C9-C7535B03880B}">
      <dsp:nvSpPr>
        <dsp:cNvPr id="0" name=""/>
        <dsp:cNvSpPr/>
      </dsp:nvSpPr>
      <dsp:spPr>
        <a:xfrm rot="5400000">
          <a:off x="3906013" y="69089"/>
          <a:ext cx="763700" cy="69308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 err="1">
              <a:latin typeface="Arial Narrow" panose="020B0606020202030204" pitchFamily="34" charset="0"/>
            </a:rPr>
            <a:t>Pemakaian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tanda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baca</a:t>
          </a:r>
          <a:r>
            <a:rPr lang="en-US" sz="2400" b="1" kern="1200" dirty="0">
              <a:latin typeface="Arial Narrow" panose="020B0606020202030204" pitchFamily="34" charset="0"/>
            </a:rPr>
            <a:t> (</a:t>
          </a:r>
          <a:r>
            <a:rPr lang="en-US" sz="2400" b="1" kern="1200" dirty="0" err="1">
              <a:latin typeface="Arial Narrow" panose="020B0606020202030204" pitchFamily="34" charset="0"/>
            </a:rPr>
            <a:t>koma</a:t>
          </a:r>
          <a:r>
            <a:rPr lang="en-US" sz="2400" b="1" kern="1200" dirty="0">
              <a:latin typeface="Arial Narrow" panose="020B0606020202030204" pitchFamily="34" charset="0"/>
            </a:rPr>
            <a:t>, </a:t>
          </a:r>
          <a:r>
            <a:rPr lang="en-US" sz="2400" b="1" kern="1200" dirty="0" err="1">
              <a:latin typeface="Arial Narrow" panose="020B0606020202030204" pitchFamily="34" charset="0"/>
            </a:rPr>
            <a:t>titik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dua</a:t>
          </a:r>
          <a:r>
            <a:rPr lang="en-US" sz="2400" b="1" kern="1200" dirty="0">
              <a:latin typeface="Arial Narrow" panose="020B0606020202030204" pitchFamily="34" charset="0"/>
            </a:rPr>
            <a:t>, dan </a:t>
          </a:r>
          <a:r>
            <a:rPr lang="en-US" sz="2400" b="1" kern="1200" dirty="0" err="1">
              <a:latin typeface="Arial Narrow" panose="020B0606020202030204" pitchFamily="34" charset="0"/>
            </a:rPr>
            <a:t>petik</a:t>
          </a:r>
          <a:r>
            <a:rPr lang="en-US" sz="2400" b="1" kern="1200" dirty="0">
              <a:latin typeface="Arial Narrow" panose="020B0606020202030204" pitchFamily="34" charset="0"/>
            </a:rPr>
            <a:t>)</a:t>
          </a:r>
          <a:endParaRPr lang="en-ID" sz="2400" b="1" kern="1200" dirty="0">
            <a:latin typeface="Arial Narrow" panose="020B0606020202030204" pitchFamily="34" charset="0"/>
          </a:endParaRPr>
        </a:p>
      </dsp:txBody>
      <dsp:txXfrm rot="-5400000">
        <a:off x="822448" y="3189936"/>
        <a:ext cx="6893551" cy="689138"/>
      </dsp:txXfrm>
    </dsp:sp>
    <dsp:sp modelId="{806F3F45-2F01-407B-B79D-77B503BFFFBA}">
      <dsp:nvSpPr>
        <dsp:cNvPr id="0" name=""/>
        <dsp:cNvSpPr/>
      </dsp:nvSpPr>
      <dsp:spPr>
        <a:xfrm rot="5400000">
          <a:off x="-176238" y="4415656"/>
          <a:ext cx="1174924" cy="82244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rPr>
            <a:t>5</a:t>
          </a:r>
          <a:endParaRPr lang="en-ID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anose="020B0606020202030204" pitchFamily="34" charset="0"/>
          </a:endParaRPr>
        </a:p>
      </dsp:txBody>
      <dsp:txXfrm rot="-5400000">
        <a:off x="1" y="4650642"/>
        <a:ext cx="822447" cy="352477"/>
      </dsp:txXfrm>
    </dsp:sp>
    <dsp:sp modelId="{BCB5550F-3537-49DF-8BA8-B9A6454F8632}">
      <dsp:nvSpPr>
        <dsp:cNvPr id="0" name=""/>
        <dsp:cNvSpPr/>
      </dsp:nvSpPr>
      <dsp:spPr>
        <a:xfrm rot="5400000">
          <a:off x="3906013" y="1155852"/>
          <a:ext cx="763700" cy="69308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kern="1200" dirty="0" err="1">
              <a:latin typeface="Arial Narrow" panose="020B0606020202030204" pitchFamily="34" charset="0"/>
            </a:rPr>
            <a:t>Struktur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kalimat</a:t>
          </a:r>
          <a:r>
            <a:rPr lang="en-US" sz="2400" b="1" kern="1200" dirty="0">
              <a:latin typeface="Arial Narrow" panose="020B0606020202030204" pitchFamily="34" charset="0"/>
            </a:rPr>
            <a:t> (</a:t>
          </a:r>
          <a:r>
            <a:rPr lang="en-US" sz="2400" b="1" kern="1200" dirty="0" err="1">
              <a:latin typeface="Arial Narrow" panose="020B0606020202030204" pitchFamily="34" charset="0"/>
            </a:rPr>
            <a:t>jelas</a:t>
          </a:r>
          <a:r>
            <a:rPr lang="en-US" sz="2400" b="1" kern="1200" dirty="0">
              <a:latin typeface="Arial Narrow" panose="020B0606020202030204" pitchFamily="34" charset="0"/>
            </a:rPr>
            <a:t>, </a:t>
          </a:r>
          <a:r>
            <a:rPr lang="en-US" sz="2400" b="1" kern="1200" dirty="0" err="1">
              <a:latin typeface="Arial Narrow" panose="020B0606020202030204" pitchFamily="34" charset="0"/>
            </a:rPr>
            <a:t>tidak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mubazir</a:t>
          </a:r>
          <a:r>
            <a:rPr lang="en-US" sz="2400" b="1" kern="1200" dirty="0">
              <a:latin typeface="Arial Narrow" panose="020B0606020202030204" pitchFamily="34" charset="0"/>
            </a:rPr>
            <a:t>, </a:t>
          </a:r>
          <a:r>
            <a:rPr lang="en-US" sz="2400" b="1" kern="1200" dirty="0" err="1">
              <a:latin typeface="Arial Narrow" panose="020B0606020202030204" pitchFamily="34" charset="0"/>
            </a:rPr>
            <a:t>tidak</a:t>
          </a:r>
          <a:r>
            <a:rPr lang="en-US" sz="2400" b="1" kern="1200" dirty="0">
              <a:latin typeface="Arial Narrow" panose="020B0606020202030204" pitchFamily="34" charset="0"/>
            </a:rPr>
            <a:t> </a:t>
          </a:r>
          <a:r>
            <a:rPr lang="en-US" sz="2400" b="1" kern="1200" dirty="0" err="1">
              <a:latin typeface="Arial Narrow" panose="020B0606020202030204" pitchFamily="34" charset="0"/>
            </a:rPr>
            <a:t>rancu</a:t>
          </a:r>
          <a:r>
            <a:rPr lang="en-US" sz="2400" b="1" kern="1200" dirty="0">
              <a:latin typeface="Arial Narrow" panose="020B0606020202030204" pitchFamily="34" charset="0"/>
            </a:rPr>
            <a:t>)</a:t>
          </a:r>
          <a:endParaRPr lang="en-ID" sz="2400" b="1" kern="1200" dirty="0">
            <a:latin typeface="Arial Narrow" panose="020B0606020202030204" pitchFamily="34" charset="0"/>
          </a:endParaRPr>
        </a:p>
      </dsp:txBody>
      <dsp:txXfrm rot="-5400000">
        <a:off x="822448" y="4276699"/>
        <a:ext cx="6893551" cy="68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40F-64BF-707C-AF7F-6AC35A272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871-4B89-5B67-A051-799F29C67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13CD5-741C-5B19-AA3C-649F2827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B8D9C-A9F7-1837-CB98-8B9BB19F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B13B1-5058-028B-ECE2-BC3DB8EB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3154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3CB3-424A-3C11-F4F1-2364BDFC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052F-B093-6A94-7A43-40A95ABA7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614E6-299D-2E6A-E18B-40DEDE16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F6A25-1862-17D6-2B04-87051225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01213-A261-7BC0-67C8-1BB0FA5B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86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9C172-9AA6-1572-F54E-2787071D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11C-875A-A8EF-8601-83926DA99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436C8-44D8-066C-2BA3-54A5D0298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9C0F-F2F6-40F5-D6CF-46C954B4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2DFDD-BAC4-4BA6-EC62-7F65DA9E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496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E043-0D46-33FC-4486-32514F7F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A0DB6-FADD-BCA2-F25A-44192A7D4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4F876-2912-077A-90B8-3CB759088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99771-E614-F914-BD7D-22CFED5EF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5AB39-8B50-CAFA-E625-F5C6C0EF8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7BF93-419A-C456-7A37-71F27F6B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2824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A8FD-DCCD-03E3-258B-6A18A589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0354E-B188-B4B9-10B1-A7AC69C8D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DDCE8-9CC8-D14D-DFE1-D78B9B303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0A5E5-2950-FB22-E841-32313602C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32FD1-9512-85BD-8F95-A32F5BAA1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1A34F-7B71-B001-142D-432E9FF40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60EEF-8FCC-92BF-9286-92CE3505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ED02A1-0B8D-DD8B-67F1-7F1E8E6B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0119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4A56-2122-4255-F0C2-ED94A861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05744-9BF7-5BC8-553A-1C644978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45142-614D-C9A3-FF1B-7CAF63AF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198BF-851F-3D11-3E5D-1F5E52A4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544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F21F0-4A06-EE2B-7420-74A4650A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34500-2D28-D92B-CB90-AD199904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055C0-9803-7C9E-6A55-9CDBAEC4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600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88ED-D17B-22E4-650B-3C698CED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C282-863B-D302-BD2A-8DCB07FFF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C1022-B435-6456-93D4-64A2694F7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13FC4-60EB-317F-2179-835DDB3E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19F9B-DE53-FB1C-0391-A5356DD0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AB3DC-DC9E-0921-D51A-1932607D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225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521C-E75C-7971-2754-7DD1770D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71EDA-196C-97FE-5ABE-6482105D5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B549E-54E3-AB5D-EBB0-13657D821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5A4B2-8F97-527F-FF1B-4796803E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EFC8D-CD77-47F0-CA2D-D437E972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DB907-24DC-752C-182B-E0640B96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503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4B8F-E348-B50C-E8C2-401AD1943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70C42-92A1-D1B6-4F1A-CAC32B810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719E-40D4-A703-4C66-850FB0BF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DFFB-4A9F-48A8-6B4E-56EDC955A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8B726-F583-F054-1F32-2E9164C1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326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2770E8-E160-EA82-77BA-D9480E263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53DD8-3699-EF30-9ADB-9652BA9EF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63CE5-C0C1-9C43-83BD-BFF4C4D9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302B5-2EC5-F6D6-E10F-A8F87125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061D-F823-7D80-2FAF-EC7403D9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98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F13A3-941A-D67E-39E9-38E3B9C4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4A9D1-414B-0D4D-51D7-369C7659C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98F1-833F-9E7F-A678-0F495153E8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DD085-5AB1-40EC-931A-0DD4C6DAFE55}" type="datetimeFigureOut">
              <a:rPr lang="en-ID" smtClean="0"/>
              <a:t>27/09/2023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DB74B-3EC1-4C5D-97FC-9F772E3C95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06549-525D-74D8-B532-EAC60C6CB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620EF-32AD-4A80-A60E-C7840FD734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753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1993-B7D7-3CE6-9124-CD2397C1B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718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Bahnschrift" panose="020B0502040204020203" pitchFamily="34" charset="0"/>
              </a:rPr>
              <a:t>KALIMAT EFEKTIF</a:t>
            </a:r>
            <a:endParaRPr lang="en-ID" sz="7200" b="1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332D9-3945-C8F6-3FC8-D0023AC3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8718" y="3602038"/>
            <a:ext cx="9144000" cy="1655762"/>
          </a:xfrm>
        </p:spPr>
        <p:txBody>
          <a:bodyPr/>
          <a:lstStyle/>
          <a:p>
            <a:r>
              <a:rPr lang="en-US" b="1" spc="600" dirty="0">
                <a:latin typeface="Bahnschrift" panose="020B0502040204020203" pitchFamily="34" charset="0"/>
              </a:rPr>
              <a:t>INSTITUT TEKNOLOGI BANDUNG</a:t>
            </a:r>
          </a:p>
          <a:p>
            <a:r>
              <a:rPr lang="en-US" b="1" spc="600" dirty="0">
                <a:latin typeface="Bahnschrift" panose="020B0502040204020203" pitchFamily="34" charset="0"/>
              </a:rPr>
              <a:t>2023/2024</a:t>
            </a:r>
            <a:endParaRPr lang="en-ID" b="1" spc="600" dirty="0">
              <a:latin typeface="Bahnschrift" panose="020B0502040204020203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2DAE6DFA-956F-3865-4981-DB535EF85417}"/>
              </a:ext>
            </a:extLst>
          </p:cNvPr>
          <p:cNvSpPr/>
          <p:nvPr/>
        </p:nvSpPr>
        <p:spPr>
          <a:xfrm rot="945030">
            <a:off x="9666505" y="1828800"/>
            <a:ext cx="1324947" cy="1119674"/>
          </a:xfrm>
          <a:prstGeom prst="wedgeEllipseCallou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" panose="020B0502040204020203" pitchFamily="34" charset="0"/>
              </a:rPr>
              <a:t>!</a:t>
            </a:r>
            <a:endParaRPr lang="en-ID" sz="60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43EF16-662B-03E7-2DB9-BB8FCBB5D6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7287925"/>
            <a:ext cx="1978091" cy="2910440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A483524-D103-FDA9-FD88-D7DBC915AB91}"/>
              </a:ext>
            </a:extLst>
          </p:cNvPr>
          <p:cNvSpPr/>
          <p:nvPr/>
        </p:nvSpPr>
        <p:spPr>
          <a:xfrm>
            <a:off x="1723053" y="6492934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KALIMAT EFEKTIF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59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5DB1CB3-33A9-A09F-8411-DC22F8AD4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4456389"/>
              </p:ext>
            </p:extLst>
          </p:nvPr>
        </p:nvGraphicFramePr>
        <p:xfrm>
          <a:off x="3923152" y="719665"/>
          <a:ext cx="775328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757173"/>
            <a:ext cx="3103121" cy="534365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KALIMAT EFEKTIF</a:t>
            </a:r>
            <a:r>
              <a:rPr lang="en-US" sz="4800" b="1" dirty="0"/>
              <a:t>/</a:t>
            </a:r>
            <a:br>
              <a:rPr lang="en-US" sz="4800" b="1" dirty="0"/>
            </a:br>
            <a:r>
              <a:rPr lang="en-US" sz="4800" b="1" dirty="0"/>
              <a:t>KALIMAT BAKU/ MEMENUHI RAGAM ILTEKS</a:t>
            </a:r>
            <a:endParaRPr lang="en-ID" sz="4800" b="1" dirty="0"/>
          </a:p>
        </p:txBody>
      </p:sp>
    </p:spTree>
    <p:extLst>
      <p:ext uri="{BB962C8B-B14F-4D97-AF65-F5344CB8AC3E}">
        <p14:creationId xmlns:p14="http://schemas.microsoft.com/office/powerpoint/2010/main" val="4242193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1993-B7D7-3CE6-9124-CD2397C1B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718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Bahnschrift" panose="020B0502040204020203" pitchFamily="34" charset="0"/>
              </a:rPr>
              <a:t>KALIMAT EFEKTIF</a:t>
            </a:r>
            <a:endParaRPr lang="en-ID" sz="7200" b="1" dirty="0"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332D9-3945-C8F6-3FC8-D0023AC3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8718" y="3602038"/>
            <a:ext cx="9144000" cy="1655762"/>
          </a:xfrm>
        </p:spPr>
        <p:txBody>
          <a:bodyPr/>
          <a:lstStyle/>
          <a:p>
            <a:r>
              <a:rPr lang="en-US" b="1" spc="600" dirty="0">
                <a:solidFill>
                  <a:srgbClr val="FF0000"/>
                </a:solidFill>
                <a:latin typeface="Bahnschrift" panose="020B0502040204020203" pitchFamily="34" charset="0"/>
              </a:rPr>
              <a:t>SINGKAT, PADAT, JELAS</a:t>
            </a:r>
            <a:endParaRPr lang="en-ID" b="1" spc="600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2DAE6DFA-956F-3865-4981-DB535EF85417}"/>
              </a:ext>
            </a:extLst>
          </p:cNvPr>
          <p:cNvSpPr/>
          <p:nvPr/>
        </p:nvSpPr>
        <p:spPr>
          <a:xfrm rot="945030">
            <a:off x="9666505" y="1828800"/>
            <a:ext cx="1324947" cy="1119674"/>
          </a:xfrm>
          <a:prstGeom prst="wedgeEllipseCallou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" panose="020B0502040204020203" pitchFamily="34" charset="0"/>
              </a:rPr>
              <a:t>!</a:t>
            </a:r>
            <a:endParaRPr lang="en-ID" sz="60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43EF16-662B-03E7-2DB9-BB8FCBB5D6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7287925"/>
            <a:ext cx="1978091" cy="2910440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A483524-D103-FDA9-FD88-D7DBC915AB91}"/>
              </a:ext>
            </a:extLst>
          </p:cNvPr>
          <p:cNvSpPr/>
          <p:nvPr/>
        </p:nvSpPr>
        <p:spPr>
          <a:xfrm>
            <a:off x="1723053" y="6492934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KALIMAT EFEKTIF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06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5DBD2A-80E2-0DC4-BA1F-239BD7817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24CAC6-CBD5-2348-C8A0-EB3BE9DCD616}"/>
              </a:ext>
            </a:extLst>
          </p:cNvPr>
          <p:cNvSpPr txBox="1"/>
          <p:nvPr/>
        </p:nvSpPr>
        <p:spPr>
          <a:xfrm>
            <a:off x="6391470" y="518139"/>
            <a:ext cx="5505059" cy="5821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>
                <a:latin typeface="Bahnschrift" panose="020B0502040204020203" pitchFamily="34" charset="0"/>
              </a:rPr>
              <a:t>Baku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Logis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Lengkap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Sejajar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latin typeface="Bahnschrift" panose="020B0502040204020203" pitchFamily="34" charset="0"/>
              </a:rPr>
              <a:t>taksa</a:t>
            </a:r>
            <a:r>
              <a:rPr lang="en-US" sz="2800" b="1" dirty="0">
                <a:latin typeface="Bahnschrift" panose="020B0502040204020203" pitchFamily="34" charset="0"/>
              </a:rPr>
              <a:t>/</a:t>
            </a:r>
            <a:r>
              <a:rPr lang="en-US" sz="2800" b="1" dirty="0" err="1">
                <a:latin typeface="Bahnschrift" panose="020B0502040204020203" pitchFamily="34" charset="0"/>
              </a:rPr>
              <a:t>ambigu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latin typeface="Bahnschrift" panose="020B0502040204020203" pitchFamily="34" charset="0"/>
              </a:rPr>
              <a:t>mubazir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latin typeface="Bahnschrift" panose="020B0502040204020203" pitchFamily="34" charset="0"/>
              </a:rPr>
              <a:t>rancu</a:t>
            </a:r>
            <a:endParaRPr lang="en-US" sz="2800" b="1" dirty="0">
              <a:latin typeface="Bahnschrift" panose="020B0502040204020203" pitchFamily="34" charset="0"/>
            </a:endParaRP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2800" b="1" dirty="0" err="1"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latin typeface="Bahnschrift" panose="020B0502040204020203" pitchFamily="34" charset="0"/>
              </a:rPr>
              <a:t>terpengaruh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Bahnschrift" panose="020B0502040204020203" pitchFamily="34" charset="0"/>
              </a:rPr>
              <a:t>        </a:t>
            </a:r>
            <a:r>
              <a:rPr lang="en-US" sz="2800" b="1" dirty="0" err="1">
                <a:latin typeface="Bahnschrift" panose="020B0502040204020203" pitchFamily="34" charset="0"/>
              </a:rPr>
              <a:t>bahasa</a:t>
            </a:r>
            <a:r>
              <a:rPr lang="en-US" sz="2800" b="1" dirty="0"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latin typeface="Bahnschrift" panose="020B0502040204020203" pitchFamily="34" charset="0"/>
              </a:rPr>
              <a:t>asing</a:t>
            </a:r>
            <a:r>
              <a:rPr lang="en-US" sz="2800" b="1" dirty="0">
                <a:latin typeface="Bahnschrift" panose="020B0502040204020203" pitchFamily="34" charset="0"/>
              </a:rPr>
              <a:t>/</a:t>
            </a:r>
            <a:r>
              <a:rPr lang="en-US" sz="2800" b="1" dirty="0" err="1">
                <a:latin typeface="Bahnschrift" panose="020B0502040204020203" pitchFamily="34" charset="0"/>
              </a:rPr>
              <a:t>daerah</a:t>
            </a:r>
            <a:endParaRPr lang="en-US" sz="2800" b="1" dirty="0">
              <a:latin typeface="Bahnschrift" panose="020B0502040204020203" pitchFamily="34" charset="0"/>
            </a:endParaRPr>
          </a:p>
        </p:txBody>
      </p:sp>
      <p:sp>
        <p:nvSpPr>
          <p:cNvPr id="20" name="Speech Bubble: Oval 19">
            <a:extLst>
              <a:ext uri="{FF2B5EF4-FFF2-40B4-BE49-F238E27FC236}">
                <a16:creationId xmlns:a16="http://schemas.microsoft.com/office/drawing/2014/main" id="{EAE52BA7-6923-F012-3D83-1BE1781D3DD6}"/>
              </a:ext>
            </a:extLst>
          </p:cNvPr>
          <p:cNvSpPr/>
          <p:nvPr/>
        </p:nvSpPr>
        <p:spPr>
          <a:xfrm rot="945030">
            <a:off x="10571575" y="307911"/>
            <a:ext cx="1324947" cy="1119674"/>
          </a:xfrm>
          <a:prstGeom prst="wedgeEllipseCallou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" panose="020B0502040204020203" pitchFamily="34" charset="0"/>
              </a:rPr>
              <a:t>!</a:t>
            </a:r>
            <a:endParaRPr lang="en-ID" sz="60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FD236FDD-974C-FB5D-264D-A998466B9394}"/>
              </a:ext>
            </a:extLst>
          </p:cNvPr>
          <p:cNvSpPr/>
          <p:nvPr/>
        </p:nvSpPr>
        <p:spPr>
          <a:xfrm>
            <a:off x="1723053" y="2667380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KALIMAT EFEKTIF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43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6AB6022-FEF9-48EF-607E-FE4FC8146DF0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1: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BAKU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Sesuai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EYD/PUEBI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644" y="1185517"/>
            <a:ext cx="5881396" cy="44869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Pemerintah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merencanakan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memberi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gajih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ketiga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belas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 err="1">
                <a:solidFill>
                  <a:schemeClr val="tx1"/>
                </a:solidFill>
              </a:rPr>
              <a:t>Dia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berkata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kalau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sakit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Pemerintah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merencanakan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dirty="0" err="1">
                <a:solidFill>
                  <a:schemeClr val="tx1"/>
                </a:solidFill>
              </a:rPr>
              <a:t>memberi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gaji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ketiga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belas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 err="1">
                <a:solidFill>
                  <a:schemeClr val="tx1"/>
                </a:solidFill>
              </a:rPr>
              <a:t>Dia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berkata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bahwa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sakit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740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6AB6022-FEF9-48EF-607E-FE4FC8146DF0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2: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LOGIS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Masuk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akal</a:t>
            </a:r>
            <a:endParaRPr lang="en-US" sz="28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644" y="807312"/>
            <a:ext cx="5881396" cy="52486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>
                <a:solidFill>
                  <a:schemeClr val="tx1"/>
                </a:solidFill>
              </a:rPr>
              <a:t>Yang </a:t>
            </a:r>
            <a:r>
              <a:rPr lang="en-US" b="1" dirty="0" err="1">
                <a:solidFill>
                  <a:schemeClr val="tx1"/>
                </a:solidFill>
              </a:rPr>
              <a:t>membawa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telepon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genggam</a:t>
            </a:r>
            <a:r>
              <a:rPr lang="en-US" b="1" dirty="0">
                <a:solidFill>
                  <a:schemeClr val="tx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dirty="0" err="1">
                <a:solidFill>
                  <a:schemeClr val="tx1"/>
                </a:solidFill>
              </a:rPr>
              <a:t>harap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dimatikan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Waktu dan </a:t>
            </a:r>
            <a:r>
              <a:rPr lang="en-US" b="1" dirty="0" err="1">
                <a:solidFill>
                  <a:schemeClr val="tx1"/>
                </a:solidFill>
              </a:rPr>
              <a:t>tempat</a:t>
            </a:r>
            <a:r>
              <a:rPr lang="en-US" b="1" dirty="0">
                <a:solidFill>
                  <a:schemeClr val="tx1"/>
                </a:solidFill>
              </a:rPr>
              <a:t> kami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persilakan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Harap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matikan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telepon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genggam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tx1"/>
                </a:solidFill>
              </a:rPr>
              <a:t>yang Anda </a:t>
            </a:r>
            <a:r>
              <a:rPr lang="en-US" b="1" dirty="0" err="1">
                <a:solidFill>
                  <a:schemeClr val="tx1"/>
                </a:solidFill>
              </a:rPr>
              <a:t>bawa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Bapak </a:t>
            </a:r>
            <a:r>
              <a:rPr lang="en-US" b="1" dirty="0" err="1">
                <a:solidFill>
                  <a:schemeClr val="tx1"/>
                </a:solidFill>
              </a:rPr>
              <a:t>kepala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sekolah</a:t>
            </a:r>
            <a:r>
              <a:rPr lang="en-US" b="1" dirty="0">
                <a:solidFill>
                  <a:schemeClr val="tx1"/>
                </a:solidFill>
              </a:rPr>
              <a:t> kami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dirty="0" err="1">
                <a:solidFill>
                  <a:schemeClr val="tx1"/>
                </a:solidFill>
              </a:rPr>
              <a:t>persilakan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7604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6AB6022-FEF9-48EF-607E-FE4FC8146DF0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3: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LENGKAP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S + P + O + 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644" y="807312"/>
            <a:ext cx="5881396" cy="55049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>
                <a:solidFill>
                  <a:schemeClr val="tx1"/>
                </a:solidFill>
              </a:rPr>
              <a:t>Air yang sangat </a:t>
            </a:r>
            <a:r>
              <a:rPr lang="en-US" b="1" dirty="0" err="1">
                <a:solidFill>
                  <a:schemeClr val="tx1"/>
                </a:solidFill>
              </a:rPr>
              <a:t>dibutuhkan</a:t>
            </a:r>
            <a:r>
              <a:rPr lang="en-US" b="1" dirty="0">
                <a:solidFill>
                  <a:schemeClr val="tx1"/>
                </a:solidFill>
              </a:rPr>
              <a:t> oleh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penduduk</a:t>
            </a:r>
            <a:r>
              <a:rPr lang="en-US" b="1" dirty="0">
                <a:solidFill>
                  <a:schemeClr val="tx1"/>
                </a:solidFill>
              </a:rPr>
              <a:t>.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kurang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predikat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 err="1">
                <a:solidFill>
                  <a:schemeClr val="tx1"/>
                </a:solidFill>
              </a:rPr>
              <a:t>Sehingga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masalah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dapat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diatasi</a:t>
            </a:r>
            <a:r>
              <a:rPr lang="en-US" b="1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     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kurang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klausa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0070C0"/>
                </a:solidFill>
                <a:sym typeface="Wingdings" panose="05000000000000000000" pitchFamily="2" charset="2"/>
              </a:rPr>
              <a:t>sebab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>
                <a:solidFill>
                  <a:schemeClr val="tx1"/>
                </a:solidFill>
              </a:rPr>
              <a:t>Air yang sangat </a:t>
            </a:r>
            <a:r>
              <a:rPr lang="en-US" b="1" dirty="0" err="1">
                <a:solidFill>
                  <a:schemeClr val="tx1"/>
                </a:solidFill>
              </a:rPr>
              <a:t>dibutuhkan</a:t>
            </a:r>
            <a:r>
              <a:rPr lang="en-US" b="1" dirty="0">
                <a:solidFill>
                  <a:schemeClr val="tx1"/>
                </a:solidFill>
              </a:rPr>
              <a:t> oleh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penduduk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sukar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diperoleh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>
                <a:solidFill>
                  <a:srgbClr val="0070C0"/>
                </a:solidFill>
              </a:rPr>
              <a:t>Kita </a:t>
            </a:r>
            <a:r>
              <a:rPr lang="en-US" b="1" dirty="0" err="1">
                <a:solidFill>
                  <a:srgbClr val="0070C0"/>
                </a:solidFill>
              </a:rPr>
              <a:t>harus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berusaha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keras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sehingga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dirty="0" err="1">
                <a:solidFill>
                  <a:schemeClr val="tx1"/>
                </a:solidFill>
              </a:rPr>
              <a:t>masalah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dapat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diatasi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90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6AB6022-FEF9-48EF-607E-FE4FC8146DF0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4: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SEJAJAR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Bentukan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kata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dalam</a:t>
            </a:r>
            <a:endParaRPr lang="en-US" sz="28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perincian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harus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sama</a:t>
            </a:r>
            <a:endParaRPr lang="en-US" sz="28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313" y="541528"/>
            <a:ext cx="5881396" cy="57707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Maskapai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tidak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bertanggung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jawab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terhadap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kehilangan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dokumen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kerusakan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barang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busuknya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makanan</a:t>
            </a:r>
            <a:r>
              <a:rPr lang="en-US" b="1" dirty="0">
                <a:solidFill>
                  <a:schemeClr val="tx1"/>
                </a:solidFill>
              </a:rPr>
              <a:t>, dan </a:t>
            </a:r>
            <a:r>
              <a:rPr lang="en-US" b="1" dirty="0" err="1">
                <a:solidFill>
                  <a:schemeClr val="tx1"/>
                </a:solidFill>
              </a:rPr>
              <a:t>jika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hewan</a:t>
            </a:r>
            <a:r>
              <a:rPr lang="en-US" b="1" dirty="0">
                <a:solidFill>
                  <a:schemeClr val="tx1"/>
                </a:solidFill>
              </a:rPr>
              <a:t> yang </a:t>
            </a:r>
            <a:r>
              <a:rPr lang="en-US" b="1" dirty="0" err="1">
                <a:solidFill>
                  <a:schemeClr val="tx1"/>
                </a:solidFill>
              </a:rPr>
              <a:t>diletakkan</a:t>
            </a:r>
            <a:r>
              <a:rPr lang="en-US" b="1" dirty="0">
                <a:solidFill>
                  <a:schemeClr val="tx1"/>
                </a:solidFill>
              </a:rPr>
              <a:t> di </a:t>
            </a:r>
            <a:r>
              <a:rPr lang="en-US" b="1" dirty="0" err="1">
                <a:solidFill>
                  <a:schemeClr val="tx1"/>
                </a:solidFill>
              </a:rPr>
              <a:t>dalam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bagasi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tiba-tiba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mati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Maskapai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tidak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bertanggung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jawab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terhadap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kehilangan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dokumen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kerusakan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barang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kebusukan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makanan</a:t>
            </a:r>
            <a:r>
              <a:rPr lang="en-US" b="1" dirty="0">
                <a:solidFill>
                  <a:schemeClr val="tx1"/>
                </a:solidFill>
              </a:rPr>
              <a:t>, dan </a:t>
            </a:r>
            <a:r>
              <a:rPr lang="en-US" b="1" dirty="0" err="1">
                <a:solidFill>
                  <a:srgbClr val="0070C0"/>
                </a:solidFill>
              </a:rPr>
              <a:t>kematian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hewan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4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bermakna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ganda</a:t>
            </a:r>
            <a:endParaRPr lang="en-US" sz="28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313" y="380468"/>
            <a:ext cx="5881396" cy="60928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rgbClr val="0070C0"/>
                </a:solidFill>
              </a:rPr>
              <a:t>Lukisan</a:t>
            </a:r>
            <a:r>
              <a:rPr lang="en-US" b="1" dirty="0">
                <a:solidFill>
                  <a:srgbClr val="0070C0"/>
                </a:solidFill>
              </a:rPr>
              <a:t> Mona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dipajang</a:t>
            </a:r>
            <a:r>
              <a:rPr lang="en-US" b="1" dirty="0">
                <a:solidFill>
                  <a:schemeClr val="tx1"/>
                </a:solidFill>
              </a:rPr>
              <a:t> di </a:t>
            </a:r>
            <a:r>
              <a:rPr lang="en-US" b="1" dirty="0" err="1">
                <a:solidFill>
                  <a:schemeClr val="tx1"/>
                </a:solidFill>
              </a:rPr>
              <a:t>pameran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kesenian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>
                <a:solidFill>
                  <a:srgbClr val="0070C0"/>
                </a:solidFill>
              </a:rPr>
              <a:t>Ayah </a:t>
            </a:r>
            <a:r>
              <a:rPr lang="en-US" b="1" dirty="0" err="1">
                <a:solidFill>
                  <a:srgbClr val="0070C0"/>
                </a:solidFill>
              </a:rPr>
              <a:t>ibu</a:t>
            </a:r>
            <a:r>
              <a:rPr lang="en-US" b="1" dirty="0">
                <a:solidFill>
                  <a:srgbClr val="0070C0"/>
                </a:solidFill>
              </a:rPr>
              <a:t> kami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sedang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pergi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luar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tx1"/>
                </a:solidFill>
              </a:rPr>
              <a:t>negeri.</a:t>
            </a:r>
          </a:p>
          <a:p>
            <a:pPr marL="0" indent="0">
              <a:buNone/>
            </a:pPr>
            <a:endParaRPr lang="en-US" sz="13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Lukisan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karya</a:t>
            </a:r>
            <a:r>
              <a:rPr lang="en-US" b="1" dirty="0">
                <a:solidFill>
                  <a:schemeClr val="tx1"/>
                </a:solidFill>
              </a:rPr>
              <a:t> Mona </a:t>
            </a:r>
            <a:r>
              <a:rPr lang="en-US" b="1" dirty="0" err="1">
                <a:solidFill>
                  <a:schemeClr val="tx1"/>
                </a:solidFill>
              </a:rPr>
              <a:t>dipajang</a:t>
            </a:r>
            <a:r>
              <a:rPr lang="en-US" b="1" dirty="0">
                <a:solidFill>
                  <a:schemeClr val="tx1"/>
                </a:solidFill>
              </a:rPr>
              <a:t> di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 </a:t>
            </a:r>
            <a:r>
              <a:rPr lang="en-US" b="1" dirty="0" err="1">
                <a:solidFill>
                  <a:schemeClr val="tx1"/>
                </a:solidFill>
              </a:rPr>
              <a:t>pameran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kesenian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(2a) </a:t>
            </a:r>
            <a:r>
              <a:rPr lang="en-US" b="1" dirty="0">
                <a:solidFill>
                  <a:srgbClr val="0070C0"/>
                </a:solidFill>
              </a:rPr>
              <a:t>Ayah-</a:t>
            </a:r>
            <a:r>
              <a:rPr lang="en-US" b="1" dirty="0" err="1">
                <a:solidFill>
                  <a:srgbClr val="0070C0"/>
                </a:solidFill>
              </a:rPr>
              <a:t>ibu</a:t>
            </a:r>
            <a:r>
              <a:rPr lang="en-US" b="1" dirty="0">
                <a:solidFill>
                  <a:srgbClr val="0070C0"/>
                </a:solidFill>
              </a:rPr>
              <a:t> kami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sedang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pergi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>
                <a:solidFill>
                  <a:schemeClr val="tx1"/>
                </a:solidFill>
              </a:rPr>
              <a:t>luar</a:t>
            </a:r>
            <a:r>
              <a:rPr lang="en-US" b="1" dirty="0">
                <a:solidFill>
                  <a:schemeClr val="tx1"/>
                </a:solidFill>
              </a:rPr>
              <a:t> negeri.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(2b) </a:t>
            </a:r>
            <a:r>
              <a:rPr lang="en-US" b="1" dirty="0">
                <a:solidFill>
                  <a:srgbClr val="0070C0"/>
                </a:solidFill>
              </a:rPr>
              <a:t>Ayah </a:t>
            </a:r>
            <a:r>
              <a:rPr lang="en-US" b="1" dirty="0" err="1">
                <a:solidFill>
                  <a:srgbClr val="0070C0"/>
                </a:solidFill>
              </a:rPr>
              <a:t>ibu</a:t>
            </a:r>
            <a:r>
              <a:rPr lang="en-US" b="1" dirty="0">
                <a:solidFill>
                  <a:srgbClr val="0070C0"/>
                </a:solidFill>
              </a:rPr>
              <a:t>-kami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sedang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pergi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ke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>
                <a:solidFill>
                  <a:schemeClr val="tx1"/>
                </a:solidFill>
              </a:rPr>
              <a:t>luar</a:t>
            </a:r>
            <a:r>
              <a:rPr lang="en-US" b="1" dirty="0">
                <a:solidFill>
                  <a:schemeClr val="tx1"/>
                </a:solidFill>
              </a:rPr>
              <a:t> negeri.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E4A3AF-DE93-8520-A7E0-330135132567}"/>
              </a:ext>
            </a:extLst>
          </p:cNvPr>
          <p:cNvSpPr txBox="1">
            <a:spLocks/>
          </p:cNvSpPr>
          <p:nvPr/>
        </p:nvSpPr>
        <p:spPr>
          <a:xfrm>
            <a:off x="5731313" y="541528"/>
            <a:ext cx="5881396" cy="5770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05D851E-F193-8542-6EAC-F31BF4504669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5: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TIDAK TAKSA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092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06AB6022-FEF9-48EF-607E-FE4FC8146DF0}"/>
              </a:ext>
            </a:extLst>
          </p:cNvPr>
          <p:cNvSpPr/>
          <p:nvPr/>
        </p:nvSpPr>
        <p:spPr>
          <a:xfrm>
            <a:off x="1723053" y="2659225"/>
            <a:ext cx="3601616" cy="2083326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6: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TIDAK MUBAZIR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berlebihan</a:t>
            </a:r>
            <a:endParaRPr lang="en-US" sz="2800" b="1" dirty="0">
              <a:solidFill>
                <a:srgbClr val="00B05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2CA2125-CAE8-594A-739D-CEA5EEE7F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313" y="200608"/>
            <a:ext cx="5881396" cy="64567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(1) </a:t>
            </a:r>
            <a:r>
              <a:rPr lang="en-US" b="1" i="1" dirty="0">
                <a:solidFill>
                  <a:schemeClr val="tx1"/>
                </a:solidFill>
              </a:rPr>
              <a:t>Ibu </a:t>
            </a:r>
            <a:r>
              <a:rPr lang="en-US" b="1" i="1" dirty="0" err="1">
                <a:solidFill>
                  <a:schemeClr val="tx1"/>
                </a:solidFill>
              </a:rPr>
              <a:t>menyuruhku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turun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ke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bawah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Semua</a:t>
            </a:r>
            <a:r>
              <a:rPr lang="en-US" b="1" i="1" dirty="0">
                <a:solidFill>
                  <a:srgbClr val="0070C0"/>
                </a:solidFill>
              </a:rPr>
              <a:t> murid-murid </a:t>
            </a:r>
            <a:r>
              <a:rPr lang="en-US" b="1" i="1" dirty="0" err="1">
                <a:solidFill>
                  <a:schemeClr val="tx1"/>
                </a:solidFill>
              </a:rPr>
              <a:t>sayang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i="1" dirty="0"/>
              <a:t>      </a:t>
            </a:r>
            <a:r>
              <a:rPr lang="en-US" b="1" i="1" dirty="0" err="1">
                <a:solidFill>
                  <a:schemeClr val="tx1"/>
                </a:solidFill>
              </a:rPr>
              <a:t>kepadanya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(3) </a:t>
            </a:r>
            <a:r>
              <a:rPr lang="en-US" b="1" i="1" dirty="0" err="1">
                <a:solidFill>
                  <a:srgbClr val="0070C0"/>
                </a:solidFill>
              </a:rPr>
              <a:t>Meskipun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dia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pintar</a:t>
            </a:r>
            <a:r>
              <a:rPr lang="en-US" b="1" i="1" dirty="0">
                <a:solidFill>
                  <a:schemeClr val="tx1"/>
                </a:solidFill>
              </a:rPr>
              <a:t>, </a:t>
            </a:r>
            <a:r>
              <a:rPr lang="en-US" b="1" i="1" dirty="0" err="1">
                <a:solidFill>
                  <a:srgbClr val="0070C0"/>
                </a:solidFill>
              </a:rPr>
              <a:t>tetapi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dia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i="1" dirty="0"/>
              <a:t>      </a:t>
            </a:r>
            <a:r>
              <a:rPr lang="en-US" b="1" i="1" dirty="0" err="1">
                <a:solidFill>
                  <a:schemeClr val="tx1"/>
                </a:solidFill>
              </a:rPr>
              <a:t>tidak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sombong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(1) </a:t>
            </a:r>
            <a:r>
              <a:rPr lang="en-US" b="1" i="1" dirty="0">
                <a:solidFill>
                  <a:schemeClr val="tx1"/>
                </a:solidFill>
              </a:rPr>
              <a:t>Ibu </a:t>
            </a:r>
            <a:r>
              <a:rPr lang="en-US" b="1" i="1" dirty="0" err="1">
                <a:solidFill>
                  <a:schemeClr val="tx1"/>
                </a:solidFill>
              </a:rPr>
              <a:t>menyuruhku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turun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ke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rgbClr val="0070C0"/>
                </a:solidFill>
              </a:rPr>
              <a:t>dapur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i="1" dirty="0" err="1">
                <a:solidFill>
                  <a:srgbClr val="0070C0"/>
                </a:solidFill>
              </a:rPr>
              <a:t>Semua</a:t>
            </a:r>
            <a:r>
              <a:rPr lang="en-US" b="1" i="1" dirty="0">
                <a:solidFill>
                  <a:srgbClr val="0070C0"/>
                </a:solidFill>
              </a:rPr>
              <a:t> murid </a:t>
            </a:r>
            <a:r>
              <a:rPr lang="en-US" b="1" i="1" dirty="0" err="1">
                <a:solidFill>
                  <a:schemeClr val="tx1"/>
                </a:solidFill>
              </a:rPr>
              <a:t>sayang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kepadanya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i="1" dirty="0">
                <a:solidFill>
                  <a:srgbClr val="0070C0"/>
                </a:solidFill>
              </a:rPr>
              <a:t>Murid-murid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sayang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kepadanya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(3) </a:t>
            </a:r>
            <a:r>
              <a:rPr lang="en-US" b="1" i="1" dirty="0" err="1">
                <a:solidFill>
                  <a:schemeClr val="tx1"/>
                </a:solidFill>
              </a:rPr>
              <a:t>Dia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pintar</a:t>
            </a:r>
            <a:r>
              <a:rPr lang="en-US" b="1" i="1" dirty="0">
                <a:solidFill>
                  <a:schemeClr val="tx1"/>
                </a:solidFill>
              </a:rPr>
              <a:t>, </a:t>
            </a:r>
            <a:r>
              <a:rPr lang="en-US" b="1" i="1" dirty="0" err="1">
                <a:solidFill>
                  <a:srgbClr val="0070C0"/>
                </a:solidFill>
              </a:rPr>
              <a:t>tetapi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tidak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i="1" dirty="0"/>
              <a:t>      </a:t>
            </a:r>
            <a:r>
              <a:rPr lang="en-US" b="1" i="1" dirty="0" err="1">
                <a:solidFill>
                  <a:schemeClr val="tx1"/>
                </a:solidFill>
              </a:rPr>
              <a:t>sombong</a:t>
            </a:r>
            <a:r>
              <a:rPr lang="en-US" b="1" i="1" dirty="0">
                <a:solidFill>
                  <a:schemeClr val="tx1"/>
                </a:solidFill>
              </a:rPr>
              <a:t>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556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kacau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05D851E-F193-8542-6EAC-F31BF4504669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7:</a:t>
            </a:r>
          </a:p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TIDAK RANCU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BABD70-1363-066B-5616-B051370A00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3"/>
          <a:stretch/>
        </p:blipFill>
        <p:spPr>
          <a:xfrm>
            <a:off x="5505062" y="1104334"/>
            <a:ext cx="6522098" cy="464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015EB-4782-7896-57FF-19C022BA1A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3947560"/>
            <a:ext cx="1978091" cy="2910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EFC151-8669-AF70-36B0-2AEDA7B86BE5}"/>
              </a:ext>
            </a:extLst>
          </p:cNvPr>
          <p:cNvSpPr txBox="1"/>
          <p:nvPr/>
        </p:nvSpPr>
        <p:spPr>
          <a:xfrm>
            <a:off x="410547" y="545702"/>
            <a:ext cx="6755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Tidak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terpengaruh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</a:p>
          <a:p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struktur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bahasa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Bahnschrift" panose="020B0502040204020203" pitchFamily="34" charset="0"/>
              </a:rPr>
              <a:t>asing</a:t>
            </a:r>
            <a:r>
              <a:rPr lang="en-US" sz="2800" b="1" dirty="0">
                <a:solidFill>
                  <a:srgbClr val="00B050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05D851E-F193-8542-6EAC-F31BF4504669}"/>
              </a:ext>
            </a:extLst>
          </p:cNvPr>
          <p:cNvSpPr/>
          <p:nvPr/>
        </p:nvSpPr>
        <p:spPr>
          <a:xfrm>
            <a:off x="1723053" y="3152569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8:</a:t>
            </a:r>
          </a:p>
          <a:p>
            <a:pPr algn="ctr"/>
            <a:r>
              <a:rPr lang="en-US" sz="3200" b="1" i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NO </a:t>
            </a:r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ASING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F7BBE6-A98B-BA2D-5A6E-59AACF556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1982" y="647476"/>
            <a:ext cx="5881396" cy="50101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Pondokan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di mana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mahasiswa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 err="1">
                <a:solidFill>
                  <a:schemeClr val="tx1"/>
                </a:solidFill>
              </a:rPr>
              <a:t>tinggal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cukup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memenuhi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syarat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 err="1">
                <a:solidFill>
                  <a:schemeClr val="tx1"/>
                </a:solidFill>
              </a:rPr>
              <a:t>Pesawat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yang mana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dibuat</a:t>
            </a:r>
            <a:r>
              <a:rPr lang="en-US" b="1" dirty="0">
                <a:solidFill>
                  <a:schemeClr val="tx1"/>
                </a:solidFill>
              </a:rPr>
              <a:t> oleh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Amerika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adalah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pesawat</a:t>
            </a:r>
            <a:r>
              <a:rPr lang="en-US" b="1" dirty="0">
                <a:solidFill>
                  <a:schemeClr val="tx1"/>
                </a:solidFill>
              </a:rPr>
              <a:t> jet.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Kalimat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efektif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pPr marL="514350" indent="-514350">
              <a:buAutoNum type="arabicParenBoth"/>
            </a:pPr>
            <a:r>
              <a:rPr lang="en-US" b="1" dirty="0" err="1">
                <a:solidFill>
                  <a:schemeClr val="tx1"/>
                </a:solidFill>
              </a:rPr>
              <a:t>Pondokan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tempat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mahasiswa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lang="en-US" b="1" dirty="0" err="1">
                <a:solidFill>
                  <a:schemeClr val="tx1"/>
                </a:solidFill>
              </a:rPr>
              <a:t>tinggal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cukup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memenuhi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syarat</a:t>
            </a:r>
            <a:r>
              <a:rPr lang="en-US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(2) </a:t>
            </a:r>
            <a:r>
              <a:rPr lang="en-US" b="1" dirty="0" err="1">
                <a:solidFill>
                  <a:schemeClr val="tx1"/>
                </a:solidFill>
              </a:rPr>
              <a:t>Pesawat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yang </a:t>
            </a:r>
            <a:r>
              <a:rPr lang="en-US" b="1" strike="sngStrike" dirty="0">
                <a:solidFill>
                  <a:srgbClr val="0070C0"/>
                </a:solidFill>
              </a:rPr>
              <a:t>mana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dibuat</a:t>
            </a:r>
            <a:r>
              <a:rPr lang="en-US" b="1" dirty="0">
                <a:solidFill>
                  <a:schemeClr val="tx1"/>
                </a:solidFill>
              </a:rPr>
              <a:t> oleh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chemeClr val="tx1"/>
                </a:solidFill>
              </a:rPr>
              <a:t>Amerika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adalah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pesawat</a:t>
            </a:r>
            <a:r>
              <a:rPr lang="en-US" b="1" dirty="0">
                <a:solidFill>
                  <a:schemeClr val="tx1"/>
                </a:solidFill>
              </a:rPr>
              <a:t> jet.</a:t>
            </a:r>
          </a:p>
        </p:txBody>
      </p:sp>
    </p:spTree>
    <p:extLst>
      <p:ext uri="{BB962C8B-B14F-4D97-AF65-F5344CB8AC3E}">
        <p14:creationId xmlns:p14="http://schemas.microsoft.com/office/powerpoint/2010/main" val="1336733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1CD618-87E1-CE7A-C1BD-35554A8BB2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568" y="525303"/>
            <a:ext cx="3515256" cy="2572460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HATI-HATI!</a:t>
            </a:r>
            <a:br>
              <a:rPr lang="en-US" sz="4800" b="1" dirty="0">
                <a:solidFill>
                  <a:srgbClr val="FF0000"/>
                </a:solidFill>
              </a:rPr>
            </a:br>
            <a:r>
              <a:rPr lang="en-US" sz="4800" b="1" dirty="0">
                <a:solidFill>
                  <a:srgbClr val="00B050"/>
                </a:solidFill>
              </a:rPr>
              <a:t>KALIMAT INI </a:t>
            </a:r>
            <a:r>
              <a:rPr lang="en-US" sz="4800" b="1" dirty="0">
                <a:solidFill>
                  <a:srgbClr val="FF0000"/>
                </a:solidFill>
              </a:rPr>
              <a:t>TIDAK EFEKTIF</a:t>
            </a:r>
            <a:endParaRPr lang="en-ID" sz="48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8D667-507C-B6FD-3922-801C568BB2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6" b="21994"/>
          <a:stretch/>
        </p:blipFill>
        <p:spPr>
          <a:xfrm>
            <a:off x="4590661" y="1583800"/>
            <a:ext cx="6829898" cy="3690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97D1F8-C966-96B6-9D70-A17D6C675B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1007" r="52576" b="2243"/>
          <a:stretch/>
        </p:blipFill>
        <p:spPr>
          <a:xfrm>
            <a:off x="295470" y="7287925"/>
            <a:ext cx="1978091" cy="2910440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C84A487-D3C8-6AAD-3C3D-F5BAC6358FED}"/>
              </a:ext>
            </a:extLst>
          </p:cNvPr>
          <p:cNvSpPr/>
          <p:nvPr/>
        </p:nvSpPr>
        <p:spPr>
          <a:xfrm>
            <a:off x="1723053" y="6492934"/>
            <a:ext cx="3601616" cy="1589981"/>
          </a:xfrm>
          <a:prstGeom prst="wedgeRoundRectCallout">
            <a:avLst>
              <a:gd name="adj1" fmla="val -41299"/>
              <a:gd name="adj2" fmla="val 7012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spc="300" dirty="0">
                <a:solidFill>
                  <a:schemeClr val="tx1"/>
                </a:solidFill>
                <a:latin typeface="Bahnschrift" panose="020B0502040204020203" pitchFamily="34" charset="0"/>
              </a:rPr>
              <a:t>CIRI KALIMAT EFEKTIF</a:t>
            </a:r>
            <a:endParaRPr lang="en-ID" sz="3200" b="1" spc="3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C484D574-7E64-46A5-95DC-728C583375A6}"/>
              </a:ext>
            </a:extLst>
          </p:cNvPr>
          <p:cNvSpPr/>
          <p:nvPr/>
        </p:nvSpPr>
        <p:spPr>
          <a:xfrm rot="945030">
            <a:off x="1411608" y="3038017"/>
            <a:ext cx="1324947" cy="1119674"/>
          </a:xfrm>
          <a:prstGeom prst="wedgeEllipseCallou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" panose="020B0502040204020203" pitchFamily="34" charset="0"/>
              </a:rPr>
              <a:t>!</a:t>
            </a:r>
            <a:endParaRPr lang="en-ID" sz="60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12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569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Narrow</vt:lpstr>
      <vt:lpstr>Bahnschrift</vt:lpstr>
      <vt:lpstr>Calibri</vt:lpstr>
      <vt:lpstr>Calibri Light</vt:lpstr>
      <vt:lpstr>Office Theme</vt:lpstr>
      <vt:lpstr>KALIMAT EFEKTIF</vt:lpstr>
      <vt:lpstr>KALIMAT EFEKTIF/ KALIMAT BAKU/ MEMENUHI RAGAM ILTEKS</vt:lpstr>
      <vt:lpstr>KALIMAT EFEKTIF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HATI-HATI! KALIMAT INI TIDAK EFEKTIF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KALIMAT EFEKTIF</dc:title>
  <dc:creator>Puspita Nuari</dc:creator>
  <cp:lastModifiedBy>Puspita Nuari</cp:lastModifiedBy>
  <cp:revision>21</cp:revision>
  <dcterms:created xsi:type="dcterms:W3CDTF">2022-12-08T10:29:44Z</dcterms:created>
  <dcterms:modified xsi:type="dcterms:W3CDTF">2023-09-27T02:50:52Z</dcterms:modified>
</cp:coreProperties>
</file>