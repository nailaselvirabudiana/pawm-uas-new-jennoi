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261" r:id="rId4"/>
    <p:sldId id="264" r:id="rId5"/>
    <p:sldId id="263" r:id="rId6"/>
    <p:sldId id="278" r:id="rId7"/>
    <p:sldId id="265" r:id="rId8"/>
    <p:sldId id="268" r:id="rId9"/>
    <p:sldId id="266" r:id="rId10"/>
    <p:sldId id="267" r:id="rId11"/>
    <p:sldId id="277" r:id="rId12"/>
    <p:sldId id="269" r:id="rId13"/>
    <p:sldId id="270" r:id="rId14"/>
    <p:sldId id="271" r:id="rId15"/>
    <p:sldId id="279" r:id="rId16"/>
    <p:sldId id="280" r:id="rId17"/>
    <p:sldId id="272" r:id="rId18"/>
    <p:sldId id="273" r:id="rId19"/>
    <p:sldId id="281" r:id="rId20"/>
    <p:sldId id="275" r:id="rId21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Jennifer Sandy" userId="S::19623097@mahasiswa.itb.ac.id::8cc3137f-14e7-40f4-a9ec-404174410a45" providerId="AD" clId="Web-{EBE46700-6E62-B678-0AFC-36A8921FF10D}"/>
    <pc:docChg chg="mod">
      <pc:chgData name="Gabriela Jennifer Sandy" userId="S::19623097@mahasiswa.itb.ac.id::8cc3137f-14e7-40f4-a9ec-404174410a45" providerId="AD" clId="Web-{EBE46700-6E62-B678-0AFC-36A8921FF10D}" dt="2023-09-08T02:02:58.947" v="0" actId="33475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6959C7-2C65-46F6-B02D-50E01B52C85E}" type="doc">
      <dgm:prSet loTypeId="urn:microsoft.com/office/officeart/2005/8/layout/gear1" loCatId="relationship" qsTypeId="urn:microsoft.com/office/officeart/2005/8/quickstyle/simple1" qsCatId="simple" csTypeId="urn:microsoft.com/office/officeart/2005/8/colors/colorful5" csCatId="colorful" phldr="1"/>
      <dgm:spPr/>
    </dgm:pt>
    <dgm:pt modelId="{1D0190F0-AC2E-41D6-9884-575D5B44F491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1">
              <a:latin typeface="Tw Cen MT" pitchFamily="34" charset="0"/>
            </a:rPr>
            <a:t>Pemajemukan</a:t>
          </a:r>
          <a:endParaRPr lang="en-US" b="1" dirty="0">
            <a:latin typeface="Tw Cen MT" pitchFamily="34" charset="0"/>
          </a:endParaRPr>
        </a:p>
      </dgm:t>
    </dgm:pt>
    <dgm:pt modelId="{29325F18-985D-40F6-8B17-C27691BEE922}" type="parTrans" cxnId="{85C24EDA-D0F0-4FB7-9A6B-F351EB773454}">
      <dgm:prSet/>
      <dgm:spPr/>
      <dgm:t>
        <a:bodyPr/>
        <a:lstStyle/>
        <a:p>
          <a:endParaRPr lang="en-US"/>
        </a:p>
      </dgm:t>
    </dgm:pt>
    <dgm:pt modelId="{E1AA2991-6E87-4DE2-A53E-B198BA5E98F6}" type="sibTrans" cxnId="{85C24EDA-D0F0-4FB7-9A6B-F351EB773454}">
      <dgm:prSet/>
      <dgm:spPr>
        <a:solidFill>
          <a:srgbClr val="FF0000"/>
        </a:solidFill>
      </dgm:spPr>
      <dgm:t>
        <a:bodyPr/>
        <a:lstStyle/>
        <a:p>
          <a:endParaRPr lang="en-US"/>
        </a:p>
      </dgm:t>
    </dgm:pt>
    <dgm:pt modelId="{26684E7C-363A-4BE1-B3A0-1E139B22B7E4}">
      <dgm:prSet phldrT="[Text]" custT="1"/>
      <dgm:spPr>
        <a:solidFill>
          <a:schemeClr val="tx1"/>
        </a:solidFill>
      </dgm:spPr>
      <dgm:t>
        <a:bodyPr/>
        <a:lstStyle/>
        <a:p>
          <a:r>
            <a:rPr lang="en-US" sz="2000" b="1">
              <a:latin typeface="Tw Cen MT" pitchFamily="34" charset="0"/>
            </a:rPr>
            <a:t>Pengulangan</a:t>
          </a:r>
          <a:endParaRPr lang="en-US" sz="2000" b="1" dirty="0">
            <a:latin typeface="Tw Cen MT" pitchFamily="34" charset="0"/>
          </a:endParaRPr>
        </a:p>
      </dgm:t>
    </dgm:pt>
    <dgm:pt modelId="{8F82CD0E-3951-420A-BFD0-DDCAA3D8B8A4}" type="parTrans" cxnId="{90552D19-84A5-473D-A2C8-B76A0DF7B602}">
      <dgm:prSet/>
      <dgm:spPr/>
      <dgm:t>
        <a:bodyPr/>
        <a:lstStyle/>
        <a:p>
          <a:endParaRPr lang="en-US"/>
        </a:p>
      </dgm:t>
    </dgm:pt>
    <dgm:pt modelId="{98C1AB4E-3385-4556-A121-B57BC2011C93}" type="sibTrans" cxnId="{90552D19-84A5-473D-A2C8-B76A0DF7B602}">
      <dgm:prSet/>
      <dgm:spPr>
        <a:solidFill>
          <a:srgbClr val="FF0000"/>
        </a:solidFill>
      </dgm:spPr>
      <dgm:t>
        <a:bodyPr/>
        <a:lstStyle/>
        <a:p>
          <a:endParaRPr lang="en-US"/>
        </a:p>
      </dgm:t>
    </dgm:pt>
    <dgm:pt modelId="{C01F79DC-FBC8-4FA6-91F7-8A21FB63CD0A}">
      <dgm:prSet phldrT="[Text]" custT="1"/>
      <dgm:spPr>
        <a:solidFill>
          <a:srgbClr val="FFC000"/>
        </a:solidFill>
      </dgm:spPr>
      <dgm:t>
        <a:bodyPr/>
        <a:lstStyle/>
        <a:p>
          <a:r>
            <a:rPr lang="en-US" sz="2000" b="1" dirty="0" err="1">
              <a:latin typeface="Tw Cen MT" pitchFamily="34" charset="0"/>
            </a:rPr>
            <a:t>Pengimbuhan</a:t>
          </a:r>
          <a:endParaRPr lang="en-US" sz="2000" b="1" dirty="0">
            <a:latin typeface="Tw Cen MT" pitchFamily="34" charset="0"/>
          </a:endParaRPr>
        </a:p>
      </dgm:t>
    </dgm:pt>
    <dgm:pt modelId="{DFC45856-DD95-4F14-ACEB-2EB95796F61E}" type="parTrans" cxnId="{2AD8AAC6-3BC7-44DE-8905-02B238F5D33C}">
      <dgm:prSet/>
      <dgm:spPr/>
      <dgm:t>
        <a:bodyPr/>
        <a:lstStyle/>
        <a:p>
          <a:endParaRPr lang="en-US"/>
        </a:p>
      </dgm:t>
    </dgm:pt>
    <dgm:pt modelId="{4CEC8930-661A-440E-A3BA-2F6FE3EDE1E0}" type="sibTrans" cxnId="{2AD8AAC6-3BC7-44DE-8905-02B238F5D33C}">
      <dgm:prSet/>
      <dgm:spPr>
        <a:solidFill>
          <a:srgbClr val="FF0000"/>
        </a:solidFill>
      </dgm:spPr>
      <dgm:t>
        <a:bodyPr/>
        <a:lstStyle/>
        <a:p>
          <a:endParaRPr lang="en-US"/>
        </a:p>
      </dgm:t>
    </dgm:pt>
    <dgm:pt modelId="{9C2036C7-CE33-4284-AA73-02125F2250C0}">
      <dgm:prSet phldrT="[Text]" custT="1"/>
      <dgm:spPr>
        <a:solidFill>
          <a:schemeClr val="tx1"/>
        </a:solidFill>
      </dgm:spPr>
      <dgm:t>
        <a:bodyPr/>
        <a:lstStyle/>
        <a:p>
          <a:endParaRPr lang="en-US" sz="2000" b="1" dirty="0">
            <a:latin typeface="Tw Cen MT" pitchFamily="34" charset="0"/>
          </a:endParaRPr>
        </a:p>
      </dgm:t>
    </dgm:pt>
    <dgm:pt modelId="{E75D472E-0FB6-482A-AC4E-ADEA442AE0AF}" type="parTrans" cxnId="{9FAD984E-F8B0-4C8D-96C9-FBC849763D0C}">
      <dgm:prSet/>
      <dgm:spPr/>
      <dgm:t>
        <a:bodyPr/>
        <a:lstStyle/>
        <a:p>
          <a:endParaRPr lang="en-US"/>
        </a:p>
      </dgm:t>
    </dgm:pt>
    <dgm:pt modelId="{8397B92A-FC9E-4A78-B724-F87B50ADB990}" type="sibTrans" cxnId="{9FAD984E-F8B0-4C8D-96C9-FBC849763D0C}">
      <dgm:prSet/>
      <dgm:spPr/>
      <dgm:t>
        <a:bodyPr/>
        <a:lstStyle/>
        <a:p>
          <a:endParaRPr lang="en-US"/>
        </a:p>
      </dgm:t>
    </dgm:pt>
    <dgm:pt modelId="{87FCF6C8-845B-4F29-92B2-F90A48DA4309}" type="pres">
      <dgm:prSet presAssocID="{336959C7-2C65-46F6-B02D-50E01B52C85E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5610D2CF-A892-4378-9E43-459D333B8060}" type="pres">
      <dgm:prSet presAssocID="{1D0190F0-AC2E-41D6-9884-575D5B44F491}" presName="gear1" presStyleLbl="node1" presStyleIdx="0" presStyleCnt="3">
        <dgm:presLayoutVars>
          <dgm:chMax val="1"/>
          <dgm:bulletEnabled val="1"/>
        </dgm:presLayoutVars>
      </dgm:prSet>
      <dgm:spPr/>
    </dgm:pt>
    <dgm:pt modelId="{44097804-79D2-419F-A9F0-39C57F194BBD}" type="pres">
      <dgm:prSet presAssocID="{1D0190F0-AC2E-41D6-9884-575D5B44F491}" presName="gear1srcNode" presStyleLbl="node1" presStyleIdx="0" presStyleCnt="3"/>
      <dgm:spPr/>
    </dgm:pt>
    <dgm:pt modelId="{520DBFF7-67D9-4D3F-BB2C-67C72F189C49}" type="pres">
      <dgm:prSet presAssocID="{1D0190F0-AC2E-41D6-9884-575D5B44F491}" presName="gear1dstNode" presStyleLbl="node1" presStyleIdx="0" presStyleCnt="3"/>
      <dgm:spPr/>
    </dgm:pt>
    <dgm:pt modelId="{F7601C63-CCEF-4106-81F9-00526B542DA0}" type="pres">
      <dgm:prSet presAssocID="{26684E7C-363A-4BE1-B3A0-1E139B22B7E4}" presName="gear2" presStyleLbl="node1" presStyleIdx="1" presStyleCnt="3" custScaleX="111471">
        <dgm:presLayoutVars>
          <dgm:chMax val="1"/>
          <dgm:bulletEnabled val="1"/>
        </dgm:presLayoutVars>
      </dgm:prSet>
      <dgm:spPr/>
    </dgm:pt>
    <dgm:pt modelId="{53F397C3-7000-4BEF-B189-2B3D8E0BDFDD}" type="pres">
      <dgm:prSet presAssocID="{26684E7C-363A-4BE1-B3A0-1E139B22B7E4}" presName="gear2srcNode" presStyleLbl="node1" presStyleIdx="1" presStyleCnt="3"/>
      <dgm:spPr/>
    </dgm:pt>
    <dgm:pt modelId="{20260D47-D51C-4BC9-8D3C-78B7A5175E88}" type="pres">
      <dgm:prSet presAssocID="{26684E7C-363A-4BE1-B3A0-1E139B22B7E4}" presName="gear2dstNode" presStyleLbl="node1" presStyleIdx="1" presStyleCnt="3"/>
      <dgm:spPr/>
    </dgm:pt>
    <dgm:pt modelId="{64B48434-886D-4F01-9782-43B5B50F5431}" type="pres">
      <dgm:prSet presAssocID="{C01F79DC-FBC8-4FA6-91F7-8A21FB63CD0A}" presName="gear3" presStyleLbl="node1" presStyleIdx="2" presStyleCnt="3" custScaleX="106871"/>
      <dgm:spPr/>
    </dgm:pt>
    <dgm:pt modelId="{375E6896-B43D-4864-8EA6-99C1EAF37AA6}" type="pres">
      <dgm:prSet presAssocID="{C01F79DC-FBC8-4FA6-91F7-8A21FB63CD0A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F27D98F5-8331-4402-BB48-D20716641754}" type="pres">
      <dgm:prSet presAssocID="{C01F79DC-FBC8-4FA6-91F7-8A21FB63CD0A}" presName="gear3srcNode" presStyleLbl="node1" presStyleIdx="2" presStyleCnt="3"/>
      <dgm:spPr/>
    </dgm:pt>
    <dgm:pt modelId="{03AC3873-B89C-4F9A-8B03-1EC48B07EF7A}" type="pres">
      <dgm:prSet presAssocID="{C01F79DC-FBC8-4FA6-91F7-8A21FB63CD0A}" presName="gear3dstNode" presStyleLbl="node1" presStyleIdx="2" presStyleCnt="3"/>
      <dgm:spPr/>
    </dgm:pt>
    <dgm:pt modelId="{257CB8B3-27D6-4CBA-A8AA-C57F33183DD8}" type="pres">
      <dgm:prSet presAssocID="{E1AA2991-6E87-4DE2-A53E-B198BA5E98F6}" presName="connector1" presStyleLbl="sibTrans2D1" presStyleIdx="0" presStyleCnt="3"/>
      <dgm:spPr/>
    </dgm:pt>
    <dgm:pt modelId="{42C973E6-7C92-466A-9F83-428C442989FF}" type="pres">
      <dgm:prSet presAssocID="{98C1AB4E-3385-4556-A121-B57BC2011C93}" presName="connector2" presStyleLbl="sibTrans2D1" presStyleIdx="1" presStyleCnt="3"/>
      <dgm:spPr/>
    </dgm:pt>
    <dgm:pt modelId="{6606A446-EE3A-4014-9811-7C1D015B152D}" type="pres">
      <dgm:prSet presAssocID="{4CEC8930-661A-440E-A3BA-2F6FE3EDE1E0}" presName="connector3" presStyleLbl="sibTrans2D1" presStyleIdx="2" presStyleCnt="3"/>
      <dgm:spPr/>
    </dgm:pt>
  </dgm:ptLst>
  <dgm:cxnLst>
    <dgm:cxn modelId="{65251003-8755-4521-A193-F6772A4E71DE}" type="presOf" srcId="{98C1AB4E-3385-4556-A121-B57BC2011C93}" destId="{42C973E6-7C92-466A-9F83-428C442989FF}" srcOrd="0" destOrd="0" presId="urn:microsoft.com/office/officeart/2005/8/layout/gear1"/>
    <dgm:cxn modelId="{0ECCF613-3CAC-4370-ABDF-E06A025E53A9}" type="presOf" srcId="{C01F79DC-FBC8-4FA6-91F7-8A21FB63CD0A}" destId="{F27D98F5-8331-4402-BB48-D20716641754}" srcOrd="2" destOrd="0" presId="urn:microsoft.com/office/officeart/2005/8/layout/gear1"/>
    <dgm:cxn modelId="{90552D19-84A5-473D-A2C8-B76A0DF7B602}" srcId="{336959C7-2C65-46F6-B02D-50E01B52C85E}" destId="{26684E7C-363A-4BE1-B3A0-1E139B22B7E4}" srcOrd="1" destOrd="0" parTransId="{8F82CD0E-3951-420A-BFD0-DDCAA3D8B8A4}" sibTransId="{98C1AB4E-3385-4556-A121-B57BC2011C93}"/>
    <dgm:cxn modelId="{8DBA5C24-E7CF-403D-BE16-613E176ED657}" type="presOf" srcId="{1D0190F0-AC2E-41D6-9884-575D5B44F491}" destId="{44097804-79D2-419F-A9F0-39C57F194BBD}" srcOrd="1" destOrd="0" presId="urn:microsoft.com/office/officeart/2005/8/layout/gear1"/>
    <dgm:cxn modelId="{F4F4ED36-8637-402D-B29D-F09019C3CFA1}" type="presOf" srcId="{1D0190F0-AC2E-41D6-9884-575D5B44F491}" destId="{5610D2CF-A892-4378-9E43-459D333B8060}" srcOrd="0" destOrd="0" presId="urn:microsoft.com/office/officeart/2005/8/layout/gear1"/>
    <dgm:cxn modelId="{8622A639-5EC1-4CD8-8116-6CE3FC96F692}" type="presOf" srcId="{4CEC8930-661A-440E-A3BA-2F6FE3EDE1E0}" destId="{6606A446-EE3A-4014-9811-7C1D015B152D}" srcOrd="0" destOrd="0" presId="urn:microsoft.com/office/officeart/2005/8/layout/gear1"/>
    <dgm:cxn modelId="{766AFD62-B728-4DC3-B3C1-85FF58EFC142}" type="presOf" srcId="{E1AA2991-6E87-4DE2-A53E-B198BA5E98F6}" destId="{257CB8B3-27D6-4CBA-A8AA-C57F33183DD8}" srcOrd="0" destOrd="0" presId="urn:microsoft.com/office/officeart/2005/8/layout/gear1"/>
    <dgm:cxn modelId="{C8EFF763-8FFB-4F13-A315-F017538544EC}" type="presOf" srcId="{336959C7-2C65-46F6-B02D-50E01B52C85E}" destId="{87FCF6C8-845B-4F29-92B2-F90A48DA4309}" srcOrd="0" destOrd="0" presId="urn:microsoft.com/office/officeart/2005/8/layout/gear1"/>
    <dgm:cxn modelId="{A9F7C546-9238-4B6D-B309-A97EE405EF47}" type="presOf" srcId="{C01F79DC-FBC8-4FA6-91F7-8A21FB63CD0A}" destId="{64B48434-886D-4F01-9782-43B5B50F5431}" srcOrd="0" destOrd="0" presId="urn:microsoft.com/office/officeart/2005/8/layout/gear1"/>
    <dgm:cxn modelId="{9FAD984E-F8B0-4C8D-96C9-FBC849763D0C}" srcId="{336959C7-2C65-46F6-B02D-50E01B52C85E}" destId="{9C2036C7-CE33-4284-AA73-02125F2250C0}" srcOrd="3" destOrd="0" parTransId="{E75D472E-0FB6-482A-AC4E-ADEA442AE0AF}" sibTransId="{8397B92A-FC9E-4A78-B724-F87B50ADB990}"/>
    <dgm:cxn modelId="{F1B9B153-0510-4A4E-960D-D9C728BA8F27}" type="presOf" srcId="{26684E7C-363A-4BE1-B3A0-1E139B22B7E4}" destId="{F7601C63-CCEF-4106-81F9-00526B542DA0}" srcOrd="0" destOrd="0" presId="urn:microsoft.com/office/officeart/2005/8/layout/gear1"/>
    <dgm:cxn modelId="{8E39A192-DC56-4F54-81C0-9D4938304AA4}" type="presOf" srcId="{C01F79DC-FBC8-4FA6-91F7-8A21FB63CD0A}" destId="{375E6896-B43D-4864-8EA6-99C1EAF37AA6}" srcOrd="1" destOrd="0" presId="urn:microsoft.com/office/officeart/2005/8/layout/gear1"/>
    <dgm:cxn modelId="{02BFD9A0-AB59-4843-8EC4-B3C28777C8E0}" type="presOf" srcId="{26684E7C-363A-4BE1-B3A0-1E139B22B7E4}" destId="{20260D47-D51C-4BC9-8D3C-78B7A5175E88}" srcOrd="2" destOrd="0" presId="urn:microsoft.com/office/officeart/2005/8/layout/gear1"/>
    <dgm:cxn modelId="{39C9ABA6-BDF7-46E5-8665-CBE2D50E80DD}" type="presOf" srcId="{1D0190F0-AC2E-41D6-9884-575D5B44F491}" destId="{520DBFF7-67D9-4D3F-BB2C-67C72F189C49}" srcOrd="2" destOrd="0" presId="urn:microsoft.com/office/officeart/2005/8/layout/gear1"/>
    <dgm:cxn modelId="{0758C6B0-A300-4930-8BBE-108A43380F0F}" type="presOf" srcId="{26684E7C-363A-4BE1-B3A0-1E139B22B7E4}" destId="{53F397C3-7000-4BEF-B189-2B3D8E0BDFDD}" srcOrd="1" destOrd="0" presId="urn:microsoft.com/office/officeart/2005/8/layout/gear1"/>
    <dgm:cxn modelId="{2AD8AAC6-3BC7-44DE-8905-02B238F5D33C}" srcId="{336959C7-2C65-46F6-B02D-50E01B52C85E}" destId="{C01F79DC-FBC8-4FA6-91F7-8A21FB63CD0A}" srcOrd="2" destOrd="0" parTransId="{DFC45856-DD95-4F14-ACEB-2EB95796F61E}" sibTransId="{4CEC8930-661A-440E-A3BA-2F6FE3EDE1E0}"/>
    <dgm:cxn modelId="{85C24EDA-D0F0-4FB7-9A6B-F351EB773454}" srcId="{336959C7-2C65-46F6-B02D-50E01B52C85E}" destId="{1D0190F0-AC2E-41D6-9884-575D5B44F491}" srcOrd="0" destOrd="0" parTransId="{29325F18-985D-40F6-8B17-C27691BEE922}" sibTransId="{E1AA2991-6E87-4DE2-A53E-B198BA5E98F6}"/>
    <dgm:cxn modelId="{09EC0BE6-1E2F-401F-B14E-D234549770D3}" type="presOf" srcId="{C01F79DC-FBC8-4FA6-91F7-8A21FB63CD0A}" destId="{03AC3873-B89C-4F9A-8B03-1EC48B07EF7A}" srcOrd="3" destOrd="0" presId="urn:microsoft.com/office/officeart/2005/8/layout/gear1"/>
    <dgm:cxn modelId="{4AD695B1-0ADC-49B4-B348-873330D51A72}" type="presParOf" srcId="{87FCF6C8-845B-4F29-92B2-F90A48DA4309}" destId="{5610D2CF-A892-4378-9E43-459D333B8060}" srcOrd="0" destOrd="0" presId="urn:microsoft.com/office/officeart/2005/8/layout/gear1"/>
    <dgm:cxn modelId="{CB47FD6E-6E28-4BA8-BDED-880EEABFB600}" type="presParOf" srcId="{87FCF6C8-845B-4F29-92B2-F90A48DA4309}" destId="{44097804-79D2-419F-A9F0-39C57F194BBD}" srcOrd="1" destOrd="0" presId="urn:microsoft.com/office/officeart/2005/8/layout/gear1"/>
    <dgm:cxn modelId="{7C1270D4-8AF6-4CC8-AC3C-D258E7C20B45}" type="presParOf" srcId="{87FCF6C8-845B-4F29-92B2-F90A48DA4309}" destId="{520DBFF7-67D9-4D3F-BB2C-67C72F189C49}" srcOrd="2" destOrd="0" presId="urn:microsoft.com/office/officeart/2005/8/layout/gear1"/>
    <dgm:cxn modelId="{A36A5D68-C2FF-4B1D-90B1-B0C6785D9CA0}" type="presParOf" srcId="{87FCF6C8-845B-4F29-92B2-F90A48DA4309}" destId="{F7601C63-CCEF-4106-81F9-00526B542DA0}" srcOrd="3" destOrd="0" presId="urn:microsoft.com/office/officeart/2005/8/layout/gear1"/>
    <dgm:cxn modelId="{666AE97B-EB32-4C9A-8B0C-AA69EB2BAA12}" type="presParOf" srcId="{87FCF6C8-845B-4F29-92B2-F90A48DA4309}" destId="{53F397C3-7000-4BEF-B189-2B3D8E0BDFDD}" srcOrd="4" destOrd="0" presId="urn:microsoft.com/office/officeart/2005/8/layout/gear1"/>
    <dgm:cxn modelId="{30207C4B-AB09-4790-8C7F-24531DDA428D}" type="presParOf" srcId="{87FCF6C8-845B-4F29-92B2-F90A48DA4309}" destId="{20260D47-D51C-4BC9-8D3C-78B7A5175E88}" srcOrd="5" destOrd="0" presId="urn:microsoft.com/office/officeart/2005/8/layout/gear1"/>
    <dgm:cxn modelId="{EABDE7C8-C470-4741-B018-9AAF3ACBDC8E}" type="presParOf" srcId="{87FCF6C8-845B-4F29-92B2-F90A48DA4309}" destId="{64B48434-886D-4F01-9782-43B5B50F5431}" srcOrd="6" destOrd="0" presId="urn:microsoft.com/office/officeart/2005/8/layout/gear1"/>
    <dgm:cxn modelId="{F973B381-B882-40E0-BBF9-14AB875E3BBC}" type="presParOf" srcId="{87FCF6C8-845B-4F29-92B2-F90A48DA4309}" destId="{375E6896-B43D-4864-8EA6-99C1EAF37AA6}" srcOrd="7" destOrd="0" presId="urn:microsoft.com/office/officeart/2005/8/layout/gear1"/>
    <dgm:cxn modelId="{B6D768E1-6AD8-493C-A0F3-26C87B66FD7F}" type="presParOf" srcId="{87FCF6C8-845B-4F29-92B2-F90A48DA4309}" destId="{F27D98F5-8331-4402-BB48-D20716641754}" srcOrd="8" destOrd="0" presId="urn:microsoft.com/office/officeart/2005/8/layout/gear1"/>
    <dgm:cxn modelId="{8DDA967A-DFC5-4CD4-B52C-864787C97774}" type="presParOf" srcId="{87FCF6C8-845B-4F29-92B2-F90A48DA4309}" destId="{03AC3873-B89C-4F9A-8B03-1EC48B07EF7A}" srcOrd="9" destOrd="0" presId="urn:microsoft.com/office/officeart/2005/8/layout/gear1"/>
    <dgm:cxn modelId="{CA3B9473-046B-4DA7-8694-763836D9AB69}" type="presParOf" srcId="{87FCF6C8-845B-4F29-92B2-F90A48DA4309}" destId="{257CB8B3-27D6-4CBA-A8AA-C57F33183DD8}" srcOrd="10" destOrd="0" presId="urn:microsoft.com/office/officeart/2005/8/layout/gear1"/>
    <dgm:cxn modelId="{BA92A652-7047-456C-B233-D0D980E2E004}" type="presParOf" srcId="{87FCF6C8-845B-4F29-92B2-F90A48DA4309}" destId="{42C973E6-7C92-466A-9F83-428C442989FF}" srcOrd="11" destOrd="0" presId="urn:microsoft.com/office/officeart/2005/8/layout/gear1"/>
    <dgm:cxn modelId="{779B66C4-C0E3-48D9-818A-098FACD81C83}" type="presParOf" srcId="{87FCF6C8-845B-4F29-92B2-F90A48DA4309}" destId="{6606A446-EE3A-4014-9811-7C1D015B152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0D2CF-A892-4378-9E43-459D333B8060}">
      <dsp:nvSpPr>
        <dsp:cNvPr id="0" name=""/>
        <dsp:cNvSpPr/>
      </dsp:nvSpPr>
      <dsp:spPr>
        <a:xfrm>
          <a:off x="4057650" y="2914649"/>
          <a:ext cx="3562350" cy="3562350"/>
        </a:xfrm>
        <a:prstGeom prst="gear9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>
              <a:latin typeface="Tw Cen MT" pitchFamily="34" charset="0"/>
            </a:rPr>
            <a:t>Pemajemukan</a:t>
          </a:r>
          <a:endParaRPr lang="en-US" sz="2700" b="1" kern="1200" dirty="0">
            <a:latin typeface="Tw Cen MT" pitchFamily="34" charset="0"/>
          </a:endParaRPr>
        </a:p>
      </dsp:txBody>
      <dsp:txXfrm>
        <a:off x="4773841" y="3749112"/>
        <a:ext cx="2129968" cy="1831122"/>
      </dsp:txXfrm>
    </dsp:sp>
    <dsp:sp modelId="{F7601C63-CCEF-4106-81F9-00526B542DA0}">
      <dsp:nvSpPr>
        <dsp:cNvPr id="0" name=""/>
        <dsp:cNvSpPr/>
      </dsp:nvSpPr>
      <dsp:spPr>
        <a:xfrm>
          <a:off x="1836414" y="2072640"/>
          <a:ext cx="2887990" cy="2590800"/>
        </a:xfrm>
        <a:prstGeom prst="gear6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Tw Cen MT" pitchFamily="34" charset="0"/>
            </a:rPr>
            <a:t>Pengulangan</a:t>
          </a:r>
          <a:endParaRPr lang="en-US" sz="2000" b="1" kern="1200" dirty="0">
            <a:latin typeface="Tw Cen MT" pitchFamily="34" charset="0"/>
          </a:endParaRPr>
        </a:p>
      </dsp:txBody>
      <dsp:txXfrm>
        <a:off x="2531856" y="2728824"/>
        <a:ext cx="1497106" cy="1278432"/>
      </dsp:txXfrm>
    </dsp:sp>
    <dsp:sp modelId="{64B48434-886D-4F01-9782-43B5B50F5431}">
      <dsp:nvSpPr>
        <dsp:cNvPr id="0" name=""/>
        <dsp:cNvSpPr/>
      </dsp:nvSpPr>
      <dsp:spPr>
        <a:xfrm rot="20700000">
          <a:off x="3316993" y="317172"/>
          <a:ext cx="2776713" cy="2474614"/>
        </a:xfrm>
        <a:prstGeom prst="gear6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latin typeface="Tw Cen MT" pitchFamily="34" charset="0"/>
            </a:rPr>
            <a:t>Pengimbuhan</a:t>
          </a:r>
          <a:endParaRPr lang="en-US" sz="2000" b="1" kern="1200" dirty="0">
            <a:latin typeface="Tw Cen MT" pitchFamily="34" charset="0"/>
          </a:endParaRPr>
        </a:p>
      </dsp:txBody>
      <dsp:txXfrm rot="-20700000">
        <a:off x="3943926" y="842010"/>
        <a:ext cx="1522847" cy="1424940"/>
      </dsp:txXfrm>
    </dsp:sp>
    <dsp:sp modelId="{257CB8B3-27D6-4CBA-A8AA-C57F33183DD8}">
      <dsp:nvSpPr>
        <dsp:cNvPr id="0" name=""/>
        <dsp:cNvSpPr/>
      </dsp:nvSpPr>
      <dsp:spPr>
        <a:xfrm>
          <a:off x="3809518" y="2362302"/>
          <a:ext cx="4559808" cy="4559808"/>
        </a:xfrm>
        <a:prstGeom prst="circularArrow">
          <a:avLst>
            <a:gd name="adj1" fmla="val 4688"/>
            <a:gd name="adj2" fmla="val 299029"/>
            <a:gd name="adj3" fmla="val 2552811"/>
            <a:gd name="adj4" fmla="val 15784479"/>
            <a:gd name="adj5" fmla="val 5469"/>
          </a:avLst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C973E6-7C92-466A-9F83-428C442989FF}">
      <dsp:nvSpPr>
        <dsp:cNvPr id="0" name=""/>
        <dsp:cNvSpPr/>
      </dsp:nvSpPr>
      <dsp:spPr>
        <a:xfrm>
          <a:off x="1526184" y="1489597"/>
          <a:ext cx="3312985" cy="3312985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6A446-EE3A-4014-9811-7C1D015B152D}">
      <dsp:nvSpPr>
        <dsp:cNvPr id="0" name=""/>
        <dsp:cNvSpPr/>
      </dsp:nvSpPr>
      <dsp:spPr>
        <a:xfrm>
          <a:off x="2848951" y="-280561"/>
          <a:ext cx="3572065" cy="357206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rgbClr val="FF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>
            <a:extLst>
              <a:ext uri="{FF2B5EF4-FFF2-40B4-BE49-F238E27FC236}">
                <a16:creationId xmlns:a16="http://schemas.microsoft.com/office/drawing/2014/main" id="{F2665F42-1CC6-3F7D-960E-0D0F11C6012D}"/>
              </a:ext>
            </a:extLst>
          </p:cNvPr>
          <p:cNvGrpSpPr>
            <a:grpSpLocks/>
          </p:cNvGrpSpPr>
          <p:nvPr/>
        </p:nvGrpSpPr>
        <p:grpSpPr bwMode="auto"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DA35994-492F-FDD7-D70D-F59F2B875A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AFAE7819-3783-5DEA-AE93-489A47A190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>
                <a:gd name="T0" fmla="*/ 2147483646 w 3840"/>
                <a:gd name="T1" fmla="*/ 2147483646 h 2160"/>
                <a:gd name="T2" fmla="*/ 2147483646 w 3840"/>
                <a:gd name="T3" fmla="*/ 2147483646 h 2160"/>
                <a:gd name="T4" fmla="*/ 2147483646 w 3840"/>
                <a:gd name="T5" fmla="*/ 2147483646 h 2160"/>
                <a:gd name="T6" fmla="*/ 2147483646 w 3840"/>
                <a:gd name="T7" fmla="*/ 2147483646 h 2160"/>
                <a:gd name="T8" fmla="*/ 2147483646 w 3840"/>
                <a:gd name="T9" fmla="*/ 2147483646 h 2160"/>
                <a:gd name="T10" fmla="*/ 2147483646 w 3840"/>
                <a:gd name="T11" fmla="*/ 2147483646 h 2160"/>
                <a:gd name="T12" fmla="*/ 2147483646 w 3840"/>
                <a:gd name="T13" fmla="*/ 2147483646 h 2160"/>
                <a:gd name="T14" fmla="*/ 2147483646 w 3840"/>
                <a:gd name="T15" fmla="*/ 2147483646 h 2160"/>
                <a:gd name="T16" fmla="*/ 2147483646 w 3840"/>
                <a:gd name="T17" fmla="*/ 2147483646 h 2160"/>
                <a:gd name="T18" fmla="*/ 2147483646 w 3840"/>
                <a:gd name="T19" fmla="*/ 2147483646 h 2160"/>
                <a:gd name="T20" fmla="*/ 2147483646 w 3840"/>
                <a:gd name="T21" fmla="*/ 2147483646 h 2160"/>
                <a:gd name="T22" fmla="*/ 2147483646 w 3840"/>
                <a:gd name="T23" fmla="*/ 2147483646 h 2160"/>
                <a:gd name="T24" fmla="*/ 2147483646 w 3840"/>
                <a:gd name="T25" fmla="*/ 2147483646 h 2160"/>
                <a:gd name="T26" fmla="*/ 2147483646 w 3840"/>
                <a:gd name="T27" fmla="*/ 2147483646 h 2160"/>
                <a:gd name="T28" fmla="*/ 2147483646 w 3840"/>
                <a:gd name="T29" fmla="*/ 2147483646 h 2160"/>
                <a:gd name="T30" fmla="*/ 2147483646 w 3840"/>
                <a:gd name="T31" fmla="*/ 2147483646 h 2160"/>
                <a:gd name="T32" fmla="*/ 2147483646 w 3840"/>
                <a:gd name="T33" fmla="*/ 2147483646 h 2160"/>
                <a:gd name="T34" fmla="*/ 2147483646 w 3840"/>
                <a:gd name="T35" fmla="*/ 2147483646 h 2160"/>
                <a:gd name="T36" fmla="*/ 2147483646 w 3840"/>
                <a:gd name="T37" fmla="*/ 2147483646 h 2160"/>
                <a:gd name="T38" fmla="*/ 2147483646 w 3840"/>
                <a:gd name="T39" fmla="*/ 2147483646 h 2160"/>
                <a:gd name="T40" fmla="*/ 2147483646 w 3840"/>
                <a:gd name="T41" fmla="*/ 2147483646 h 2160"/>
                <a:gd name="T42" fmla="*/ 2147483646 w 3840"/>
                <a:gd name="T43" fmla="*/ 2147483646 h 2160"/>
                <a:gd name="T44" fmla="*/ 2147483646 w 3840"/>
                <a:gd name="T45" fmla="*/ 2147483646 h 2160"/>
                <a:gd name="T46" fmla="*/ 2147483646 w 3840"/>
                <a:gd name="T47" fmla="*/ 2147483646 h 2160"/>
                <a:gd name="T48" fmla="*/ 2147483646 w 3840"/>
                <a:gd name="T49" fmla="*/ 2147483646 h 2160"/>
                <a:gd name="T50" fmla="*/ 2147483646 w 3840"/>
                <a:gd name="T51" fmla="*/ 2147483646 h 2160"/>
                <a:gd name="T52" fmla="*/ 2147483646 w 3840"/>
                <a:gd name="T53" fmla="*/ 2147483646 h 2160"/>
                <a:gd name="T54" fmla="*/ 2147483646 w 3840"/>
                <a:gd name="T55" fmla="*/ 2147483646 h 2160"/>
                <a:gd name="T56" fmla="*/ 2147483646 w 3840"/>
                <a:gd name="T57" fmla="*/ 2147483646 h 2160"/>
                <a:gd name="T58" fmla="*/ 2147483646 w 3840"/>
                <a:gd name="T59" fmla="*/ 2147483646 h 2160"/>
                <a:gd name="T60" fmla="*/ 2147483646 w 3840"/>
                <a:gd name="T61" fmla="*/ 2147483646 h 2160"/>
                <a:gd name="T62" fmla="*/ 2147483646 w 3840"/>
                <a:gd name="T63" fmla="*/ 2147483646 h 2160"/>
                <a:gd name="T64" fmla="*/ 2147483646 w 3840"/>
                <a:gd name="T65" fmla="*/ 2147483646 h 2160"/>
                <a:gd name="T66" fmla="*/ 2147483646 w 3840"/>
                <a:gd name="T67" fmla="*/ 2147483646 h 2160"/>
                <a:gd name="T68" fmla="*/ 2147483646 w 3840"/>
                <a:gd name="T69" fmla="*/ 2147483646 h 2160"/>
                <a:gd name="T70" fmla="*/ 2147483646 w 3840"/>
                <a:gd name="T71" fmla="*/ 2147483646 h 2160"/>
                <a:gd name="T72" fmla="*/ 2147483646 w 3840"/>
                <a:gd name="T73" fmla="*/ 2147483646 h 2160"/>
                <a:gd name="T74" fmla="*/ 2147483646 w 3840"/>
                <a:gd name="T75" fmla="*/ 2147483646 h 2160"/>
                <a:gd name="T76" fmla="*/ 2147483646 w 3840"/>
                <a:gd name="T77" fmla="*/ 2147483646 h 2160"/>
                <a:gd name="T78" fmla="*/ 2147483646 w 3840"/>
                <a:gd name="T79" fmla="*/ 2147483646 h 2160"/>
                <a:gd name="T80" fmla="*/ 2147483646 w 3840"/>
                <a:gd name="T81" fmla="*/ 2147483646 h 2160"/>
                <a:gd name="T82" fmla="*/ 2147483646 w 3840"/>
                <a:gd name="T83" fmla="*/ 2147483646 h 2160"/>
                <a:gd name="T84" fmla="*/ 2147483646 w 3840"/>
                <a:gd name="T85" fmla="*/ 2147483646 h 2160"/>
                <a:gd name="T86" fmla="*/ 2147483646 w 3840"/>
                <a:gd name="T87" fmla="*/ 2147483646 h 2160"/>
                <a:gd name="T88" fmla="*/ 2147483646 w 3840"/>
                <a:gd name="T89" fmla="*/ 2147483646 h 2160"/>
                <a:gd name="T90" fmla="*/ 2147483646 w 3840"/>
                <a:gd name="T91" fmla="*/ 2147483646 h 2160"/>
                <a:gd name="T92" fmla="*/ 2147483646 w 3840"/>
                <a:gd name="T93" fmla="*/ 2147483646 h 2160"/>
                <a:gd name="T94" fmla="*/ 2147483646 w 3840"/>
                <a:gd name="T95" fmla="*/ 2147483646 h 2160"/>
                <a:gd name="T96" fmla="*/ 2147483646 w 3840"/>
                <a:gd name="T97" fmla="*/ 2147483646 h 2160"/>
                <a:gd name="T98" fmla="*/ 2147483646 w 3840"/>
                <a:gd name="T99" fmla="*/ 2147483646 h 2160"/>
                <a:gd name="T100" fmla="*/ 2147483646 w 3840"/>
                <a:gd name="T101" fmla="*/ 2147483646 h 2160"/>
                <a:gd name="T102" fmla="*/ 2147483646 w 3840"/>
                <a:gd name="T103" fmla="*/ 2147483646 h 2160"/>
                <a:gd name="T104" fmla="*/ 2147483646 w 3840"/>
                <a:gd name="T105" fmla="*/ 2147483646 h 2160"/>
                <a:gd name="T106" fmla="*/ 2147483646 w 3840"/>
                <a:gd name="T107" fmla="*/ 2147483646 h 2160"/>
                <a:gd name="T108" fmla="*/ 2147483646 w 3840"/>
                <a:gd name="T109" fmla="*/ 0 h 2160"/>
                <a:gd name="T110" fmla="*/ 2147483646 w 3840"/>
                <a:gd name="T111" fmla="*/ 2147483646 h 2160"/>
                <a:gd name="T112" fmla="*/ 2147483646 w 3840"/>
                <a:gd name="T113" fmla="*/ 2147483646 h 2160"/>
                <a:gd name="T114" fmla="*/ 2147483646 w 3840"/>
                <a:gd name="T115" fmla="*/ 2147483646 h 2160"/>
                <a:gd name="T116" fmla="*/ 2147483646 w 3840"/>
                <a:gd name="T117" fmla="*/ 2147483646 h 2160"/>
                <a:gd name="T118" fmla="*/ 2147483646 w 3840"/>
                <a:gd name="T119" fmla="*/ 2147483646 h 2160"/>
                <a:gd name="T120" fmla="*/ 2147483646 w 3840"/>
                <a:gd name="T121" fmla="*/ 2147483646 h 2160"/>
                <a:gd name="T122" fmla="*/ 2147483646 w 3840"/>
                <a:gd name="T123" fmla="*/ 2147483646 h 216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lnTo>
                    <a:pt x="920" y="10"/>
                  </a:ln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lnTo>
                    <a:pt x="979" y="13"/>
                  </a:ln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lnTo>
                    <a:pt x="709" y="12"/>
                  </a:ln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lnTo>
                    <a:pt x="781" y="5"/>
                  </a:ln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lnTo>
                    <a:pt x="385" y="151"/>
                  </a:ln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lnTo>
                    <a:pt x="1352" y="2127"/>
                  </a:ln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lnTo>
                    <a:pt x="1579" y="1510"/>
                  </a:ln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lnTo>
                    <a:pt x="1503" y="1667"/>
                  </a:ln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lnTo>
                    <a:pt x="3827" y="1689"/>
                  </a:ln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lnTo>
                    <a:pt x="3027" y="1036"/>
                  </a:ln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lnTo>
                    <a:pt x="3133" y="1125"/>
                  </a:ln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lnTo>
                    <a:pt x="3300" y="1035"/>
                  </a:ln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lnTo>
                    <a:pt x="3500" y="1553"/>
                  </a:ln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lnTo>
                    <a:pt x="740" y="250"/>
                  </a:ln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lnTo>
                    <a:pt x="989" y="371"/>
                  </a:ln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lnTo>
                    <a:pt x="887" y="319"/>
                  </a:ln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lnTo>
                    <a:pt x="417" y="167"/>
                  </a:ln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lnTo>
                    <a:pt x="527" y="235"/>
                  </a:ln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lnTo>
                    <a:pt x="1152" y="2099"/>
                  </a:ln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lnTo>
                    <a:pt x="1282" y="2121"/>
                  </a:ln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lnTo>
                    <a:pt x="1252" y="2121"/>
                  </a:ln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lnTo>
                    <a:pt x="1095" y="2090"/>
                  </a:ln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D8F375AB-A9B4-8873-15BD-328DFAA0C3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>
                <a:gd name="T0" fmla="*/ 2147483646 w 3840"/>
                <a:gd name="T1" fmla="*/ 2147483646 h 2163"/>
                <a:gd name="T2" fmla="*/ 2147483646 w 3840"/>
                <a:gd name="T3" fmla="*/ 2147483646 h 2163"/>
                <a:gd name="T4" fmla="*/ 2147483646 w 3840"/>
                <a:gd name="T5" fmla="*/ 2147483646 h 2163"/>
                <a:gd name="T6" fmla="*/ 2147483646 w 3840"/>
                <a:gd name="T7" fmla="*/ 2147483646 h 2163"/>
                <a:gd name="T8" fmla="*/ 2147483646 w 3840"/>
                <a:gd name="T9" fmla="*/ 2147483646 h 2163"/>
                <a:gd name="T10" fmla="*/ 2147483646 w 3840"/>
                <a:gd name="T11" fmla="*/ 2147483646 h 2163"/>
                <a:gd name="T12" fmla="*/ 2147483646 w 3840"/>
                <a:gd name="T13" fmla="*/ 2147483646 h 2163"/>
                <a:gd name="T14" fmla="*/ 2147483646 w 3840"/>
                <a:gd name="T15" fmla="*/ 2147483646 h 2163"/>
                <a:gd name="T16" fmla="*/ 2147483646 w 3840"/>
                <a:gd name="T17" fmla="*/ 2147483646 h 2163"/>
                <a:gd name="T18" fmla="*/ 2147483646 w 3840"/>
                <a:gd name="T19" fmla="*/ 2147483646 h 2163"/>
                <a:gd name="T20" fmla="*/ 2147483646 w 3840"/>
                <a:gd name="T21" fmla="*/ 2147483646 h 2163"/>
                <a:gd name="T22" fmla="*/ 2147483646 w 3840"/>
                <a:gd name="T23" fmla="*/ 2147483646 h 2163"/>
                <a:gd name="T24" fmla="*/ 2147483646 w 3840"/>
                <a:gd name="T25" fmla="*/ 2147483646 h 2163"/>
                <a:gd name="T26" fmla="*/ 2147483646 w 3840"/>
                <a:gd name="T27" fmla="*/ 2147483646 h 2163"/>
                <a:gd name="T28" fmla="*/ 2147483646 w 3840"/>
                <a:gd name="T29" fmla="*/ 2147483646 h 2163"/>
                <a:gd name="T30" fmla="*/ 2147483646 w 3840"/>
                <a:gd name="T31" fmla="*/ 2147483646 h 2163"/>
                <a:gd name="T32" fmla="*/ 2147483646 w 3840"/>
                <a:gd name="T33" fmla="*/ 2147483646 h 2163"/>
                <a:gd name="T34" fmla="*/ 2147483646 w 3840"/>
                <a:gd name="T35" fmla="*/ 2147483646 h 2163"/>
                <a:gd name="T36" fmla="*/ 2147483646 w 3840"/>
                <a:gd name="T37" fmla="*/ 2147483646 h 2163"/>
                <a:gd name="T38" fmla="*/ 2147483646 w 3840"/>
                <a:gd name="T39" fmla="*/ 2147483646 h 2163"/>
                <a:gd name="T40" fmla="*/ 2147483646 w 3840"/>
                <a:gd name="T41" fmla="*/ 2147483646 h 2163"/>
                <a:gd name="T42" fmla="*/ 2147483646 w 3840"/>
                <a:gd name="T43" fmla="*/ 2147483646 h 2163"/>
                <a:gd name="T44" fmla="*/ 2147483646 w 3840"/>
                <a:gd name="T45" fmla="*/ 2147483646 h 2163"/>
                <a:gd name="T46" fmla="*/ 2147483646 w 3840"/>
                <a:gd name="T47" fmla="*/ 2147483646 h 2163"/>
                <a:gd name="T48" fmla="*/ 2147483646 w 3840"/>
                <a:gd name="T49" fmla="*/ 2147483646 h 2163"/>
                <a:gd name="T50" fmla="*/ 2147483646 w 3840"/>
                <a:gd name="T51" fmla="*/ 2147483646 h 2163"/>
                <a:gd name="T52" fmla="*/ 2147483646 w 3840"/>
                <a:gd name="T53" fmla="*/ 2147483646 h 2163"/>
                <a:gd name="T54" fmla="*/ 2147483646 w 3840"/>
                <a:gd name="T55" fmla="*/ 2147483646 h 2163"/>
                <a:gd name="T56" fmla="*/ 2147483646 w 3840"/>
                <a:gd name="T57" fmla="*/ 2147483646 h 2163"/>
                <a:gd name="T58" fmla="*/ 2147483646 w 3840"/>
                <a:gd name="T59" fmla="*/ 2147483646 h 2163"/>
                <a:gd name="T60" fmla="*/ 2147483646 w 3840"/>
                <a:gd name="T61" fmla="*/ 2147483646 h 2163"/>
                <a:gd name="T62" fmla="*/ 2147483646 w 3840"/>
                <a:gd name="T63" fmla="*/ 2147483646 h 2163"/>
                <a:gd name="T64" fmla="*/ 2147483646 w 3840"/>
                <a:gd name="T65" fmla="*/ 2147483646 h 2163"/>
                <a:gd name="T66" fmla="*/ 2147483646 w 3840"/>
                <a:gd name="T67" fmla="*/ 2147483646 h 2163"/>
                <a:gd name="T68" fmla="*/ 2147483646 w 3840"/>
                <a:gd name="T69" fmla="*/ 2147483646 h 2163"/>
                <a:gd name="T70" fmla="*/ 2147483646 w 3840"/>
                <a:gd name="T71" fmla="*/ 2147483646 h 2163"/>
                <a:gd name="T72" fmla="*/ 2147483646 w 3840"/>
                <a:gd name="T73" fmla="*/ 2147483646 h 2163"/>
                <a:gd name="T74" fmla="*/ 2147483646 w 3840"/>
                <a:gd name="T75" fmla="*/ 2147483646 h 2163"/>
                <a:gd name="T76" fmla="*/ 2147483646 w 3840"/>
                <a:gd name="T77" fmla="*/ 2147483646 h 2163"/>
                <a:gd name="T78" fmla="*/ 2147483646 w 3840"/>
                <a:gd name="T79" fmla="*/ 2147483646 h 2163"/>
                <a:gd name="T80" fmla="*/ 2147483646 w 3840"/>
                <a:gd name="T81" fmla="*/ 2147483646 h 2163"/>
                <a:gd name="T82" fmla="*/ 2147483646 w 3840"/>
                <a:gd name="T83" fmla="*/ 2147483646 h 2163"/>
                <a:gd name="T84" fmla="*/ 2147483646 w 3840"/>
                <a:gd name="T85" fmla="*/ 2147483646 h 2163"/>
                <a:gd name="T86" fmla="*/ 2147483646 w 3840"/>
                <a:gd name="T87" fmla="*/ 2147483646 h 2163"/>
                <a:gd name="T88" fmla="*/ 2147483646 w 3840"/>
                <a:gd name="T89" fmla="*/ 2147483646 h 2163"/>
                <a:gd name="T90" fmla="*/ 2147483646 w 3840"/>
                <a:gd name="T91" fmla="*/ 2147483646 h 2163"/>
                <a:gd name="T92" fmla="*/ 2147483646 w 3840"/>
                <a:gd name="T93" fmla="*/ 2147483646 h 2163"/>
                <a:gd name="T94" fmla="*/ 2147483646 w 3840"/>
                <a:gd name="T95" fmla="*/ 2147483646 h 2163"/>
                <a:gd name="T96" fmla="*/ 2147483646 w 3840"/>
                <a:gd name="T97" fmla="*/ 2147483646 h 2163"/>
                <a:gd name="T98" fmla="*/ 2147483646 w 3840"/>
                <a:gd name="T99" fmla="*/ 2147483646 h 2163"/>
                <a:gd name="T100" fmla="*/ 2147483646 w 3840"/>
                <a:gd name="T101" fmla="*/ 2147483646 h 2163"/>
                <a:gd name="T102" fmla="*/ 2147483646 w 3840"/>
                <a:gd name="T103" fmla="*/ 2147483646 h 2163"/>
                <a:gd name="T104" fmla="*/ 2147483646 w 3840"/>
                <a:gd name="T105" fmla="*/ 2147483646 h 2163"/>
                <a:gd name="T106" fmla="*/ 2147483646 w 3840"/>
                <a:gd name="T107" fmla="*/ 2147483646 h 2163"/>
                <a:gd name="T108" fmla="*/ 2147483646 w 3840"/>
                <a:gd name="T109" fmla="*/ 2147483646 h 2163"/>
                <a:gd name="T110" fmla="*/ 2147483646 w 3840"/>
                <a:gd name="T111" fmla="*/ 2147483646 h 2163"/>
                <a:gd name="T112" fmla="*/ 2147483646 w 3840"/>
                <a:gd name="T113" fmla="*/ 2147483646 h 2163"/>
                <a:gd name="T114" fmla="*/ 2147483646 w 3840"/>
                <a:gd name="T115" fmla="*/ 2147483646 h 2163"/>
                <a:gd name="T116" fmla="*/ 2147483646 w 3840"/>
                <a:gd name="T117" fmla="*/ 2147483646 h 2163"/>
                <a:gd name="T118" fmla="*/ 2147483646 w 3840"/>
                <a:gd name="T119" fmla="*/ 2147483646 h 2163"/>
                <a:gd name="T120" fmla="*/ 2147483646 w 3840"/>
                <a:gd name="T121" fmla="*/ 2147483646 h 2163"/>
                <a:gd name="T122" fmla="*/ 2147483646 w 3840"/>
                <a:gd name="T123" fmla="*/ 2147483646 h 216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lnTo>
                    <a:pt x="2266" y="551"/>
                  </a:ln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lnTo>
                    <a:pt x="2342" y="394"/>
                  </a:ln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lnTo>
                    <a:pt x="2551" y="26"/>
                  </a:ln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lnTo>
                    <a:pt x="1591" y="997"/>
                  </a:ln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lnTo>
                    <a:pt x="1567" y="324"/>
                  </a:ln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lnTo>
                    <a:pt x="1923" y="528"/>
                  </a:ln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lnTo>
                    <a:pt x="1824" y="596"/>
                  </a:ln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lnTo>
                    <a:pt x="2606" y="35"/>
                  </a:ln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lnTo>
                    <a:pt x="2684" y="26"/>
                  </a:ln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lnTo>
                    <a:pt x="2508" y="35"/>
                  </a:ln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lnTo>
                    <a:pt x="2693" y="2110"/>
                  </a:ln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lnTo>
                    <a:pt x="2591" y="2098"/>
                  </a:ln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lnTo>
                    <a:pt x="2359" y="2098"/>
                  </a:ln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lnTo>
                    <a:pt x="729" y="2129"/>
                  </a:ln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lnTo>
                    <a:pt x="632" y="2085"/>
                  </a:ln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lnTo>
                    <a:pt x="527" y="2119"/>
                  </a:ln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8" name="Freeform 57">
            <a:extLst>
              <a:ext uri="{FF2B5EF4-FFF2-40B4-BE49-F238E27FC236}">
                <a16:creationId xmlns:a16="http://schemas.microsoft.com/office/drawing/2014/main" id="{15599FF7-0B8A-8FD3-D0E2-FA20782F03D5}"/>
              </a:ext>
            </a:extLst>
          </p:cNvPr>
          <p:cNvSpPr>
            <a:spLocks/>
          </p:cNvSpPr>
          <p:nvPr/>
        </p:nvSpPr>
        <p:spPr bwMode="auto">
          <a:xfrm>
            <a:off x="4456113" y="31750"/>
            <a:ext cx="0" cy="1588"/>
          </a:xfrm>
          <a:custGeom>
            <a:avLst/>
            <a:gdLst>
              <a:gd name="T0" fmla="*/ 0 w 2"/>
              <a:gd name="T1" fmla="*/ 0 h 2"/>
              <a:gd name="T2" fmla="*/ 1 w 2"/>
              <a:gd name="T3" fmla="*/ 0 h 2"/>
              <a:gd name="T4" fmla="*/ 0 w 2"/>
              <a:gd name="T5" fmla="*/ 2147483646 h 2"/>
              <a:gd name="T6" fmla="*/ 0 w 2"/>
              <a:gd name="T7" fmla="*/ 0 h 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D"/>
          </a:p>
        </p:txBody>
      </p:sp>
      <p:grpSp>
        <p:nvGrpSpPr>
          <p:cNvPr id="9" name="Group 16">
            <a:extLst>
              <a:ext uri="{FF2B5EF4-FFF2-40B4-BE49-F238E27FC236}">
                <a16:creationId xmlns:a16="http://schemas.microsoft.com/office/drawing/2014/main" id="{2CBDE154-3F90-37F8-495B-CF762E75CB7C}"/>
              </a:ext>
            </a:extLst>
          </p:cNvPr>
          <p:cNvGrpSpPr>
            <a:grpSpLocks/>
          </p:cNvGrpSpPr>
          <p:nvPr/>
        </p:nvGrpSpPr>
        <p:grpSpPr bwMode="auto">
          <a:xfrm>
            <a:off x="7319963" y="468313"/>
            <a:ext cx="4875212" cy="5922962"/>
            <a:chOff x="7320300" y="467784"/>
            <a:chExt cx="4875213" cy="5922963"/>
          </a:xfrm>
        </p:grpSpPr>
        <p:sp>
          <p:nvSpPr>
            <p:cNvPr id="10" name="Freeform 206">
              <a:extLst>
                <a:ext uri="{FF2B5EF4-FFF2-40B4-BE49-F238E27FC236}">
                  <a16:creationId xmlns:a16="http://schemas.microsoft.com/office/drawing/2014/main" id="{11F2EA37-AC5A-F26F-5776-BFF3393FDA18}"/>
                </a:ext>
              </a:extLst>
            </p:cNvPr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Freeform 211">
              <a:extLst>
                <a:ext uri="{FF2B5EF4-FFF2-40B4-BE49-F238E27FC236}">
                  <a16:creationId xmlns:a16="http://schemas.microsoft.com/office/drawing/2014/main" id="{E6AEEFFD-0EEE-DDE6-F79F-D6A0F3441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>
                <a:gd name="T0" fmla="*/ 2147483646 w 2952"/>
                <a:gd name="T1" fmla="*/ 0 h 3492"/>
                <a:gd name="T2" fmla="*/ 2147483646 w 2952"/>
                <a:gd name="T3" fmla="*/ 0 h 3492"/>
                <a:gd name="T4" fmla="*/ 2147483646 w 2952"/>
                <a:gd name="T5" fmla="*/ 2147483646 h 3492"/>
                <a:gd name="T6" fmla="*/ 2147483646 w 2952"/>
                <a:gd name="T7" fmla="*/ 2147483646 h 3492"/>
                <a:gd name="T8" fmla="*/ 2147483646 w 2952"/>
                <a:gd name="T9" fmla="*/ 2147483646 h 3492"/>
                <a:gd name="T10" fmla="*/ 2147483646 w 2952"/>
                <a:gd name="T11" fmla="*/ 2147483646 h 3492"/>
                <a:gd name="T12" fmla="*/ 2147483646 w 2952"/>
                <a:gd name="T13" fmla="*/ 2147483646 h 3492"/>
                <a:gd name="T14" fmla="*/ 2147483646 w 2952"/>
                <a:gd name="T15" fmla="*/ 2147483646 h 3492"/>
                <a:gd name="T16" fmla="*/ 2147483646 w 2952"/>
                <a:gd name="T17" fmla="*/ 2147483646 h 3492"/>
                <a:gd name="T18" fmla="*/ 2147483646 w 2952"/>
                <a:gd name="T19" fmla="*/ 2147483646 h 3492"/>
                <a:gd name="T20" fmla="*/ 2147483646 w 2952"/>
                <a:gd name="T21" fmla="*/ 2147483646 h 3492"/>
                <a:gd name="T22" fmla="*/ 2147483646 w 2952"/>
                <a:gd name="T23" fmla="*/ 2147483646 h 3492"/>
                <a:gd name="T24" fmla="*/ 2147483646 w 2952"/>
                <a:gd name="T25" fmla="*/ 2147483646 h 3492"/>
                <a:gd name="T26" fmla="*/ 2147483646 w 2952"/>
                <a:gd name="T27" fmla="*/ 2147483646 h 3492"/>
                <a:gd name="T28" fmla="*/ 2147483646 w 2952"/>
                <a:gd name="T29" fmla="*/ 2147483646 h 3492"/>
                <a:gd name="T30" fmla="*/ 2147483646 w 2952"/>
                <a:gd name="T31" fmla="*/ 2147483646 h 3492"/>
                <a:gd name="T32" fmla="*/ 2147483646 w 2952"/>
                <a:gd name="T33" fmla="*/ 2147483646 h 3492"/>
                <a:gd name="T34" fmla="*/ 2147483646 w 2952"/>
                <a:gd name="T35" fmla="*/ 2147483646 h 3492"/>
                <a:gd name="T36" fmla="*/ 2147483646 w 2952"/>
                <a:gd name="T37" fmla="*/ 2147483646 h 3492"/>
                <a:gd name="T38" fmla="*/ 2147483646 w 2952"/>
                <a:gd name="T39" fmla="*/ 2147483646 h 3492"/>
                <a:gd name="T40" fmla="*/ 2147483646 w 2952"/>
                <a:gd name="T41" fmla="*/ 2147483646 h 3492"/>
                <a:gd name="T42" fmla="*/ 2147483646 w 2952"/>
                <a:gd name="T43" fmla="*/ 2147483646 h 3492"/>
                <a:gd name="T44" fmla="*/ 2147483646 w 2952"/>
                <a:gd name="T45" fmla="*/ 2147483646 h 3492"/>
                <a:gd name="T46" fmla="*/ 0 w 2952"/>
                <a:gd name="T47" fmla="*/ 2147483646 h 3492"/>
                <a:gd name="T48" fmla="*/ 0 w 2952"/>
                <a:gd name="T49" fmla="*/ 2147483646 h 3492"/>
                <a:gd name="T50" fmla="*/ 2147483646 w 2952"/>
                <a:gd name="T51" fmla="*/ 2147483646 h 3492"/>
                <a:gd name="T52" fmla="*/ 2147483646 w 2952"/>
                <a:gd name="T53" fmla="*/ 2147483646 h 3492"/>
                <a:gd name="T54" fmla="*/ 2147483646 w 2952"/>
                <a:gd name="T55" fmla="*/ 2147483646 h 3492"/>
                <a:gd name="T56" fmla="*/ 2147483646 w 2952"/>
                <a:gd name="T57" fmla="*/ 2147483646 h 3492"/>
                <a:gd name="T58" fmla="*/ 2147483646 w 2952"/>
                <a:gd name="T59" fmla="*/ 2147483646 h 3492"/>
                <a:gd name="T60" fmla="*/ 2147483646 w 2952"/>
                <a:gd name="T61" fmla="*/ 0 h 349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D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D95D7E9-6B50-A25A-4280-3808330368EC}"/>
                </a:ext>
              </a:extLst>
            </p:cNvPr>
            <p:cNvCxnSpPr/>
            <p:nvPr/>
          </p:nvCxnSpPr>
          <p:spPr>
            <a:xfrm>
              <a:off x="8014037" y="4628622"/>
              <a:ext cx="693738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30A495B0-3AC5-2E5A-D2EA-5CCCF3D8EB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2550" y="6442075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85546F-6472-414F-A55B-0AF70CB281AB}" type="datetimeFigureOut">
              <a:rPr lang="en-US"/>
              <a:pPr>
                <a:defRPr/>
              </a:pPr>
              <a:t>9/7/2023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B7A7AC-CE69-ED56-3D71-645B6494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2250" y="6442075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2159E7A-FE5F-B7BF-2E0B-9353682D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6725" y="6442075"/>
            <a:ext cx="2754313" cy="365125"/>
          </a:xfrm>
        </p:spPr>
        <p:txBody>
          <a:bodyPr anchor="ctr"/>
          <a:lstStyle>
            <a:lvl1pPr algn="l">
              <a:defRPr sz="1200" smtClean="0"/>
            </a:lvl1pPr>
          </a:lstStyle>
          <a:p>
            <a:pPr>
              <a:defRPr/>
            </a:pPr>
            <a:fld id="{C1291FE1-A03A-45BA-B5A7-D34832585A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538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7DAB2-2788-901B-148A-4ED88D4BE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DE82EC-8C2C-44A9-BB81-6C942C27FCB7}" type="datetimeFigureOut">
              <a:rPr lang="en-US"/>
              <a:pPr>
                <a:defRPr/>
              </a:pPr>
              <a:t>9/7/2023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39C2C-4277-76A6-E7E6-49561C7D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6800B-96D9-208D-1132-9E99295C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CA7293-DC79-4BD5-B2E2-A2C31ABFFD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023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 title="Feather Background">
            <a:extLst>
              <a:ext uri="{FF2B5EF4-FFF2-40B4-BE49-F238E27FC236}">
                <a16:creationId xmlns:a16="http://schemas.microsoft.com/office/drawing/2014/main" id="{BB13F59E-0250-3A04-7037-7365360FD521}"/>
              </a:ext>
            </a:extLst>
          </p:cNvPr>
          <p:cNvSpPr>
            <a:spLocks noEditPoints="1"/>
          </p:cNvSpPr>
          <p:nvPr/>
        </p:nvSpPr>
        <p:spPr bwMode="auto">
          <a:xfrm>
            <a:off x="0" y="-4763"/>
            <a:ext cx="12199938" cy="6862763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5" name="Group 12">
            <a:extLst>
              <a:ext uri="{FF2B5EF4-FFF2-40B4-BE49-F238E27FC236}">
                <a16:creationId xmlns:a16="http://schemas.microsoft.com/office/drawing/2014/main" id="{E557C74E-2F92-BCA2-D4C7-5F566675EF9E}"/>
              </a:ext>
            </a:extLst>
          </p:cNvPr>
          <p:cNvGrpSpPr>
            <a:grpSpLocks/>
          </p:cNvGrpSpPr>
          <p:nvPr/>
        </p:nvGrpSpPr>
        <p:grpSpPr bwMode="auto"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6" name="Freeform 159">
              <a:extLst>
                <a:ext uri="{FF2B5EF4-FFF2-40B4-BE49-F238E27FC236}">
                  <a16:creationId xmlns:a16="http://schemas.microsoft.com/office/drawing/2014/main" id="{47502312-64DA-C5DC-14DF-DE27052E9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>
                <a:gd name="T0" fmla="*/ 2147483646 w 4590"/>
                <a:gd name="T1" fmla="*/ 0 h 2730"/>
                <a:gd name="T2" fmla="*/ 2147483646 w 4590"/>
                <a:gd name="T3" fmla="*/ 0 h 2730"/>
                <a:gd name="T4" fmla="*/ 2147483646 w 4590"/>
                <a:gd name="T5" fmla="*/ 2147483646 h 2730"/>
                <a:gd name="T6" fmla="*/ 2147483646 w 4590"/>
                <a:gd name="T7" fmla="*/ 2147483646 h 2730"/>
                <a:gd name="T8" fmla="*/ 2147483646 w 4590"/>
                <a:gd name="T9" fmla="*/ 2147483646 h 2730"/>
                <a:gd name="T10" fmla="*/ 2147483646 w 4590"/>
                <a:gd name="T11" fmla="*/ 2147483646 h 2730"/>
                <a:gd name="T12" fmla="*/ 2147483646 w 4590"/>
                <a:gd name="T13" fmla="*/ 2147483646 h 2730"/>
                <a:gd name="T14" fmla="*/ 2147483646 w 4590"/>
                <a:gd name="T15" fmla="*/ 2147483646 h 2730"/>
                <a:gd name="T16" fmla="*/ 2147483646 w 4590"/>
                <a:gd name="T17" fmla="*/ 2147483646 h 2730"/>
                <a:gd name="T18" fmla="*/ 2147483646 w 4590"/>
                <a:gd name="T19" fmla="*/ 2147483646 h 2730"/>
                <a:gd name="T20" fmla="*/ 2147483646 w 4590"/>
                <a:gd name="T21" fmla="*/ 2147483646 h 2730"/>
                <a:gd name="T22" fmla="*/ 2147483646 w 4590"/>
                <a:gd name="T23" fmla="*/ 2147483646 h 2730"/>
                <a:gd name="T24" fmla="*/ 2147483646 w 4590"/>
                <a:gd name="T25" fmla="*/ 2147483646 h 2730"/>
                <a:gd name="T26" fmla="*/ 2147483646 w 4590"/>
                <a:gd name="T27" fmla="*/ 2147483646 h 2730"/>
                <a:gd name="T28" fmla="*/ 2147483646 w 4590"/>
                <a:gd name="T29" fmla="*/ 2147483646 h 2730"/>
                <a:gd name="T30" fmla="*/ 2147483646 w 4590"/>
                <a:gd name="T31" fmla="*/ 2147483646 h 2730"/>
                <a:gd name="T32" fmla="*/ 2147483646 w 4590"/>
                <a:gd name="T33" fmla="*/ 2147483646 h 2730"/>
                <a:gd name="T34" fmla="*/ 2147483646 w 4590"/>
                <a:gd name="T35" fmla="*/ 2147483646 h 2730"/>
                <a:gd name="T36" fmla="*/ 2147483646 w 4590"/>
                <a:gd name="T37" fmla="*/ 2147483646 h 2730"/>
                <a:gd name="T38" fmla="*/ 2147483646 w 4590"/>
                <a:gd name="T39" fmla="*/ 2147483646 h 2730"/>
                <a:gd name="T40" fmla="*/ 2147483646 w 4590"/>
                <a:gd name="T41" fmla="*/ 2147483646 h 2730"/>
                <a:gd name="T42" fmla="*/ 2147483646 w 4590"/>
                <a:gd name="T43" fmla="*/ 2147483646 h 2730"/>
                <a:gd name="T44" fmla="*/ 2147483646 w 4590"/>
                <a:gd name="T45" fmla="*/ 2147483646 h 2730"/>
                <a:gd name="T46" fmla="*/ 2147483646 w 4590"/>
                <a:gd name="T47" fmla="*/ 2147483646 h 2730"/>
                <a:gd name="T48" fmla="*/ 2147483646 w 4590"/>
                <a:gd name="T49" fmla="*/ 2147483646 h 2730"/>
                <a:gd name="T50" fmla="*/ 2147483646 w 4590"/>
                <a:gd name="T51" fmla="*/ 2147483646 h 2730"/>
                <a:gd name="T52" fmla="*/ 2147483646 w 4590"/>
                <a:gd name="T53" fmla="*/ 2147483646 h 2730"/>
                <a:gd name="T54" fmla="*/ 0 w 4590"/>
                <a:gd name="T55" fmla="*/ 2147483646 h 2730"/>
                <a:gd name="T56" fmla="*/ 0 w 4590"/>
                <a:gd name="T57" fmla="*/ 2147483646 h 2730"/>
                <a:gd name="T58" fmla="*/ 2147483646 w 4590"/>
                <a:gd name="T59" fmla="*/ 2147483646 h 2730"/>
                <a:gd name="T60" fmla="*/ 2147483646 w 4590"/>
                <a:gd name="T61" fmla="*/ 2147483646 h 2730"/>
                <a:gd name="T62" fmla="*/ 2147483646 w 4590"/>
                <a:gd name="T63" fmla="*/ 2147483646 h 2730"/>
                <a:gd name="T64" fmla="*/ 2147483646 w 4590"/>
                <a:gd name="T65" fmla="*/ 2147483646 h 2730"/>
                <a:gd name="T66" fmla="*/ 2147483646 w 4590"/>
                <a:gd name="T67" fmla="*/ 2147483646 h 2730"/>
                <a:gd name="T68" fmla="*/ 2147483646 w 4590"/>
                <a:gd name="T69" fmla="*/ 2147483646 h 2730"/>
                <a:gd name="T70" fmla="*/ 2147483646 w 4590"/>
                <a:gd name="T71" fmla="*/ 2147483646 h 2730"/>
                <a:gd name="T72" fmla="*/ 2147483646 w 4590"/>
                <a:gd name="T73" fmla="*/ 0 h 273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Freeform 164">
              <a:extLst>
                <a:ext uri="{FF2B5EF4-FFF2-40B4-BE49-F238E27FC236}">
                  <a16:creationId xmlns:a16="http://schemas.microsoft.com/office/drawing/2014/main" id="{EABDE6CA-E3CE-786A-7BCC-8887FDEB3A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>
                <a:gd name="T0" fmla="*/ 2147483646 w 4350"/>
                <a:gd name="T1" fmla="*/ 2147483646 h 2490"/>
                <a:gd name="T2" fmla="*/ 2147483646 w 4350"/>
                <a:gd name="T3" fmla="*/ 2147483646 h 2490"/>
                <a:gd name="T4" fmla="*/ 2147483646 w 4350"/>
                <a:gd name="T5" fmla="*/ 2147483646 h 2490"/>
                <a:gd name="T6" fmla="*/ 2147483646 w 4350"/>
                <a:gd name="T7" fmla="*/ 2147483646 h 2490"/>
                <a:gd name="T8" fmla="*/ 2147483646 w 4350"/>
                <a:gd name="T9" fmla="*/ 2147483646 h 2490"/>
                <a:gd name="T10" fmla="*/ 2147483646 w 4350"/>
                <a:gd name="T11" fmla="*/ 2147483646 h 2490"/>
                <a:gd name="T12" fmla="*/ 2147483646 w 4350"/>
                <a:gd name="T13" fmla="*/ 2147483646 h 2490"/>
                <a:gd name="T14" fmla="*/ 2147483646 w 4350"/>
                <a:gd name="T15" fmla="*/ 2147483646 h 2490"/>
                <a:gd name="T16" fmla="*/ 2147483646 w 4350"/>
                <a:gd name="T17" fmla="*/ 2147483646 h 2490"/>
                <a:gd name="T18" fmla="*/ 2147483646 w 4350"/>
                <a:gd name="T19" fmla="*/ 2147483646 h 2490"/>
                <a:gd name="T20" fmla="*/ 2147483646 w 4350"/>
                <a:gd name="T21" fmla="*/ 2147483646 h 2490"/>
                <a:gd name="T22" fmla="*/ 2147483646 w 4350"/>
                <a:gd name="T23" fmla="*/ 2147483646 h 2490"/>
                <a:gd name="T24" fmla="*/ 2147483646 w 4350"/>
                <a:gd name="T25" fmla="*/ 2147483646 h 2490"/>
                <a:gd name="T26" fmla="*/ 2147483646 w 4350"/>
                <a:gd name="T27" fmla="*/ 2147483646 h 2490"/>
                <a:gd name="T28" fmla="*/ 2147483646 w 4350"/>
                <a:gd name="T29" fmla="*/ 2147483646 h 2490"/>
                <a:gd name="T30" fmla="*/ 2147483646 w 4350"/>
                <a:gd name="T31" fmla="*/ 2147483646 h 2490"/>
                <a:gd name="T32" fmla="*/ 2147483646 w 4350"/>
                <a:gd name="T33" fmla="*/ 2147483646 h 2490"/>
                <a:gd name="T34" fmla="*/ 2147483646 w 4350"/>
                <a:gd name="T35" fmla="*/ 2147483646 h 2490"/>
                <a:gd name="T36" fmla="*/ 2147483646 w 4350"/>
                <a:gd name="T37" fmla="*/ 2147483646 h 2490"/>
                <a:gd name="T38" fmla="*/ 2147483646 w 4350"/>
                <a:gd name="T39" fmla="*/ 2147483646 h 2490"/>
                <a:gd name="T40" fmla="*/ 2147483646 w 4350"/>
                <a:gd name="T41" fmla="*/ 2147483646 h 2490"/>
                <a:gd name="T42" fmla="*/ 2147483646 w 4350"/>
                <a:gd name="T43" fmla="*/ 2147483646 h 2490"/>
                <a:gd name="T44" fmla="*/ 2147483646 w 4350"/>
                <a:gd name="T45" fmla="*/ 2147483646 h 2490"/>
                <a:gd name="T46" fmla="*/ 2147483646 w 4350"/>
                <a:gd name="T47" fmla="*/ 2147483646 h 2490"/>
                <a:gd name="T48" fmla="*/ 2147483646 w 4350"/>
                <a:gd name="T49" fmla="*/ 2147483646 h 2490"/>
                <a:gd name="T50" fmla="*/ 2147483646 w 4350"/>
                <a:gd name="T51" fmla="*/ 0 h 2490"/>
                <a:gd name="T52" fmla="*/ 2147483646 w 4350"/>
                <a:gd name="T53" fmla="*/ 0 h 2490"/>
                <a:gd name="T54" fmla="*/ 2147483646 w 4350"/>
                <a:gd name="T55" fmla="*/ 2147483646 h 2490"/>
                <a:gd name="T56" fmla="*/ 2147483646 w 4350"/>
                <a:gd name="T57" fmla="*/ 2147483646 h 2490"/>
                <a:gd name="T58" fmla="*/ 2147483646 w 4350"/>
                <a:gd name="T59" fmla="*/ 2147483646 h 2490"/>
                <a:gd name="T60" fmla="*/ 2147483646 w 4350"/>
                <a:gd name="T61" fmla="*/ 2147483646 h 2490"/>
                <a:gd name="T62" fmla="*/ 2147483646 w 4350"/>
                <a:gd name="T63" fmla="*/ 2147483646 h 2490"/>
                <a:gd name="T64" fmla="*/ 2147483646 w 4350"/>
                <a:gd name="T65" fmla="*/ 2147483646 h 2490"/>
                <a:gd name="T66" fmla="*/ 2147483646 w 4350"/>
                <a:gd name="T67" fmla="*/ 2147483646 h 2490"/>
                <a:gd name="T68" fmla="*/ 2147483646 w 4350"/>
                <a:gd name="T69" fmla="*/ 2147483646 h 2490"/>
                <a:gd name="T70" fmla="*/ 2147483646 w 4350"/>
                <a:gd name="T71" fmla="*/ 2147483646 h 2490"/>
                <a:gd name="T72" fmla="*/ 2147483646 w 4350"/>
                <a:gd name="T73" fmla="*/ 2147483646 h 2490"/>
                <a:gd name="T74" fmla="*/ 2147483646 w 4350"/>
                <a:gd name="T75" fmla="*/ 2147483646 h 2490"/>
                <a:gd name="T76" fmla="*/ 2147483646 w 4350"/>
                <a:gd name="T77" fmla="*/ 2147483646 h 2490"/>
                <a:gd name="T78" fmla="*/ 2147483646 w 4350"/>
                <a:gd name="T79" fmla="*/ 2147483646 h 2490"/>
                <a:gd name="T80" fmla="*/ 2147483646 w 4350"/>
                <a:gd name="T81" fmla="*/ 2147483646 h 2490"/>
                <a:gd name="T82" fmla="*/ 2147483646 w 4350"/>
                <a:gd name="T83" fmla="*/ 2147483646 h 2490"/>
                <a:gd name="T84" fmla="*/ 2147483646 w 4350"/>
                <a:gd name="T85" fmla="*/ 2147483646 h 2490"/>
                <a:gd name="T86" fmla="*/ 0 w 4350"/>
                <a:gd name="T87" fmla="*/ 2147483646 h 2490"/>
                <a:gd name="T88" fmla="*/ 0 w 4350"/>
                <a:gd name="T89" fmla="*/ 2147483646 h 2490"/>
                <a:gd name="T90" fmla="*/ 2147483646 w 4350"/>
                <a:gd name="T91" fmla="*/ 2147483646 h 2490"/>
                <a:gd name="T92" fmla="*/ 2147483646 w 4350"/>
                <a:gd name="T93" fmla="*/ 2147483646 h 2490"/>
                <a:gd name="T94" fmla="*/ 2147483646 w 4350"/>
                <a:gd name="T95" fmla="*/ 2147483646 h 2490"/>
                <a:gd name="T96" fmla="*/ 2147483646 w 4350"/>
                <a:gd name="T97" fmla="*/ 2147483646 h 2490"/>
                <a:gd name="T98" fmla="*/ 2147483646 w 4350"/>
                <a:gd name="T99" fmla="*/ 0 h 249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D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1C36DBE-08B7-A971-2638-D6CE268AC62A}"/>
                </a:ext>
              </a:extLst>
            </p:cNvPr>
            <p:cNvCxnSpPr/>
            <p:nvPr/>
          </p:nvCxnSpPr>
          <p:spPr>
            <a:xfrm>
              <a:off x="5410200" y="3862388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FCC816D-F36E-EE04-1FD7-4DBC572889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85250" y="6296025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31E4C79E-5070-4501-B082-440E9E410B97}" type="datetimeFigureOut">
              <a:rPr lang="en-US"/>
              <a:pPr>
                <a:defRPr/>
              </a:pPr>
              <a:t>9/7/2023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CD41F35-B82F-6429-068E-4AED71BE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0188" y="6296025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8C46F98-357D-D6DE-E4A4-33B481FC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550" y="6296025"/>
            <a:ext cx="2781300" cy="365125"/>
          </a:xfrm>
        </p:spPr>
        <p:txBody>
          <a:bodyPr anchor="ctr"/>
          <a:lstStyle>
            <a:lvl1pPr algn="l">
              <a:defRPr sz="12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0767D15-EDAF-4AC3-AA18-B1F774FA79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4509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889D1FD-63EA-9331-3F22-3A9A023B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5B2E6-AAD9-4941-B6F2-8CE3DB88B45B}" type="datetimeFigureOut">
              <a:rPr lang="en-US"/>
              <a:pPr>
                <a:defRPr/>
              </a:pPr>
              <a:t>9/7/2023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8082E0D-1B94-F5E1-965C-3297773A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B845C9-CD3C-378E-5DA5-E25689BBD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CADDF-ECFF-4EB6-9E3D-4F6A7675BD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110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2ECEADE-A7E8-4D6E-CC62-E06502CA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3772F-9A1B-4503-B768-147CE2747FB6}" type="datetimeFigureOut">
              <a:rPr lang="en-US"/>
              <a:pPr>
                <a:defRPr/>
              </a:pPr>
              <a:t>9/7/2023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49D2D0A-7138-55C7-456E-503AF3785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97F0B2C-FA73-2EBC-3AAC-E5A05B3B0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02EB5D-2A0E-444A-974E-6ECEEB9642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029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C145411-8745-3DF6-F20F-8FEF6AAD5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C638F-3B2C-489F-9C66-F19CE95291E2}" type="datetimeFigureOut">
              <a:rPr lang="en-US"/>
              <a:pPr>
                <a:defRPr/>
              </a:pPr>
              <a:t>9/7/2023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DF296E-6875-D497-BEDE-912D58E05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13F94E5-3217-A0C5-ABCE-C4AD0A33F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64659F-03AB-407C-901D-7D719EABCE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9708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5A8F50B8-16DC-8E64-9EE0-AA2CDE091F9C}"/>
              </a:ext>
            </a:extLst>
          </p:cNvPr>
          <p:cNvGrpSpPr>
            <a:grpSpLocks/>
          </p:cNvGrpSpPr>
          <p:nvPr/>
        </p:nvGrpSpPr>
        <p:grpSpPr bwMode="auto">
          <a:xfrm>
            <a:off x="400050" y="361950"/>
            <a:ext cx="3497263" cy="6205538"/>
            <a:chOff x="400714" y="362425"/>
            <a:chExt cx="3495979" cy="6204388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D85C2C1E-7AE8-DE3E-6AFC-B25830503D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0714" y="362425"/>
              <a:ext cx="2218510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4" name="Freeform 15">
              <a:extLst>
                <a:ext uri="{FF2B5EF4-FFF2-40B4-BE49-F238E27FC236}">
                  <a16:creationId xmlns:a16="http://schemas.microsoft.com/office/drawing/2014/main" id="{E75F96B8-F338-177A-E292-E7305734C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870" y="1809957"/>
              <a:ext cx="2762823" cy="4747333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5AB67ED-695D-63B9-44EA-76A84899E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3FFB35-E611-4CBD-AFEB-F2C6FBF9A7F1}" type="datetimeFigureOut">
              <a:rPr lang="en-US"/>
              <a:pPr>
                <a:defRPr/>
              </a:pPr>
              <a:t>9/7/2023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07342F1-24B3-8DB7-037A-BBCD189D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80A8054-4670-EBFA-4A7E-C5DB0C0C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CE85944-9CFA-446C-BA65-38E8951596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132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5" title="Feather">
            <a:extLst>
              <a:ext uri="{FF2B5EF4-FFF2-40B4-BE49-F238E27FC236}">
                <a16:creationId xmlns:a16="http://schemas.microsoft.com/office/drawing/2014/main" id="{52C6D73D-5BE8-67B2-309F-C9EB2C0C9953}"/>
              </a:ext>
            </a:extLst>
          </p:cNvPr>
          <p:cNvSpPr>
            <a:spLocks noEditPoints="1"/>
          </p:cNvSpPr>
          <p:nvPr/>
        </p:nvSpPr>
        <p:spPr bwMode="auto">
          <a:xfrm rot="2047334" flipH="1">
            <a:off x="8572500" y="454025"/>
            <a:ext cx="3409950" cy="5856288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491E7B6-A7A1-001D-0144-DE1F832002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7250" y="6286500"/>
            <a:ext cx="3227388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72C7FCA-A21F-41B6-93B7-901D9D675F88}" type="datetimeFigureOut">
              <a:rPr lang="en-US"/>
              <a:pPr>
                <a:defRPr/>
              </a:pPr>
              <a:t>9/7/2023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6801F4F-C0F4-541E-E7AC-D100744C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7363" y="6286500"/>
            <a:ext cx="7597775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737AB3E-D657-E276-F475-3CB69BC0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7250" y="373063"/>
            <a:ext cx="3227388" cy="817562"/>
          </a:xfrm>
        </p:spPr>
        <p:txBody>
          <a:bodyPr anchor="t"/>
          <a:lstStyle>
            <a:lvl1pPr algn="l">
              <a:defRPr smtClean="0"/>
            </a:lvl1pPr>
          </a:lstStyle>
          <a:p>
            <a:pPr>
              <a:defRPr/>
            </a:pPr>
            <a:fld id="{4020E39E-2D25-4F85-8649-1ACACF8F56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40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5" title="Feather">
            <a:extLst>
              <a:ext uri="{FF2B5EF4-FFF2-40B4-BE49-F238E27FC236}">
                <a16:creationId xmlns:a16="http://schemas.microsoft.com/office/drawing/2014/main" id="{3A322A4D-2429-E9C0-0FB6-B54C21F817A5}"/>
              </a:ext>
            </a:extLst>
          </p:cNvPr>
          <p:cNvSpPr>
            <a:spLocks noEditPoints="1"/>
          </p:cNvSpPr>
          <p:nvPr/>
        </p:nvSpPr>
        <p:spPr bwMode="auto">
          <a:xfrm rot="2047334" flipH="1">
            <a:off x="8572500" y="454025"/>
            <a:ext cx="3409950" cy="5856288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44F2D180-B400-6084-468A-54D2D42E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7250" y="6291263"/>
            <a:ext cx="3227388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6208A70-6D72-47D3-A5E9-2A21D10E465F}" type="datetimeFigureOut">
              <a:rPr lang="en-US"/>
              <a:pPr>
                <a:defRPr/>
              </a:pPr>
              <a:t>9/7/2023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F7B276C-6845-F487-6773-393918E75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7363" y="6291263"/>
            <a:ext cx="7599362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4F0901E-8FD0-4A7A-FD0B-E46B3EF9A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7250" y="373063"/>
            <a:ext cx="3227388" cy="817562"/>
          </a:xfrm>
        </p:spPr>
        <p:txBody>
          <a:bodyPr anchor="t"/>
          <a:lstStyle>
            <a:lvl1pPr algn="l">
              <a:defRPr smtClean="0"/>
            </a:lvl1pPr>
          </a:lstStyle>
          <a:p>
            <a:pPr>
              <a:defRPr/>
            </a:pPr>
            <a:fld id="{85207EA4-D669-44D9-BECA-65CAB54820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83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7EB6A-11A9-73FB-885E-941E4A836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C53FD-0462-4FA9-BC82-C997242728FF}" type="datetimeFigureOut">
              <a:rPr lang="en-US"/>
              <a:pPr>
                <a:defRPr/>
              </a:pPr>
              <a:t>9/7/2023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6F3DA-81BA-C73E-A533-2588CFEFF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4DEB6-D1EE-14BD-BC3B-9C4A37DD7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835EB-131F-4825-B6A7-88A002217F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12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>
            <a:extLst>
              <a:ext uri="{FF2B5EF4-FFF2-40B4-BE49-F238E27FC236}">
                <a16:creationId xmlns:a16="http://schemas.microsoft.com/office/drawing/2014/main" id="{8E55C433-9898-7426-6167-8A0EBDAD6CFA}"/>
              </a:ext>
            </a:extLst>
          </p:cNvPr>
          <p:cNvGrpSpPr>
            <a:grpSpLocks/>
          </p:cNvGrpSpPr>
          <p:nvPr/>
        </p:nvGrpSpPr>
        <p:grpSpPr bwMode="auto">
          <a:xfrm>
            <a:off x="400050" y="361950"/>
            <a:ext cx="3497263" cy="6205538"/>
            <a:chOff x="400714" y="362425"/>
            <a:chExt cx="3495979" cy="620438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23CC5C3-DF52-A95A-4E4B-5974928752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0714" y="362425"/>
              <a:ext cx="2218510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6" name="Freeform 15">
              <a:extLst>
                <a:ext uri="{FF2B5EF4-FFF2-40B4-BE49-F238E27FC236}">
                  <a16:creationId xmlns:a16="http://schemas.microsoft.com/office/drawing/2014/main" id="{1C217F76-3256-4504-BCE4-D134FEE642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870" y="1809957"/>
              <a:ext cx="2762823" cy="4747333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D4799955-C6B3-53F9-BDB1-31C2E7D6764D}"/>
              </a:ext>
            </a:extLst>
          </p:cNvPr>
          <p:cNvCxnSpPr/>
          <p:nvPr/>
        </p:nvCxnSpPr>
        <p:spPr>
          <a:xfrm>
            <a:off x="9112250" y="571500"/>
            <a:ext cx="0" cy="527526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162DBE3-872B-366C-1DBD-3597249D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7350" y="6296025"/>
            <a:ext cx="250666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303A50-79F8-4116-ADD0-146A2061AA0F}" type="datetimeFigureOut">
              <a:rPr lang="en-US"/>
              <a:pPr>
                <a:defRPr/>
              </a:pPr>
              <a:t>9/7/2023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EA2AB15-60F1-8AE5-D04A-3FA0DA6E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33700" y="6296025"/>
            <a:ext cx="595947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BCB4766-4929-DC7B-BCD9-EC70BF7B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8734425" y="2852738"/>
            <a:ext cx="5383213" cy="604837"/>
          </a:xfrm>
        </p:spPr>
        <p:txBody>
          <a:bodyPr/>
          <a:lstStyle>
            <a:lvl1pPr algn="l">
              <a:defRPr smtClean="0"/>
            </a:lvl1pPr>
          </a:lstStyle>
          <a:p>
            <a:pPr>
              <a:defRPr/>
            </a:pPr>
            <a:fld id="{93C1A2AF-26F8-4D01-B433-2D3CBB338A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8233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04EBB80A-6C97-B648-002D-F89ED050DE8E}"/>
              </a:ext>
            </a:extLst>
          </p:cNvPr>
          <p:cNvGrpSpPr>
            <a:grpSpLocks/>
          </p:cNvGrpSpPr>
          <p:nvPr/>
        </p:nvGrpSpPr>
        <p:grpSpPr bwMode="auto">
          <a:xfrm>
            <a:off x="400050" y="361950"/>
            <a:ext cx="3497263" cy="6205538"/>
            <a:chOff x="400714" y="362425"/>
            <a:chExt cx="3495979" cy="620438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0C0D9AD-1035-8CC9-0E2C-286372E728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0714" y="362425"/>
              <a:ext cx="2218510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FDAC6094-4313-1C73-D79E-9E01985FB9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870" y="1809957"/>
              <a:ext cx="2762823" cy="4747333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761941DE-14D2-DC7D-1358-F87BF69C80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33700" y="568325"/>
            <a:ext cx="8770938" cy="156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E20E9D9C-3C99-C58F-B383-41D97827F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933700" y="2438400"/>
            <a:ext cx="8770938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44A82-AE4A-B57D-113A-5B9E8FAD83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61438" y="62960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35746DAA-4BAD-4FDA-B772-AE6F7BC3AF85}" type="datetimeFigureOut">
              <a:rPr lang="en-US"/>
              <a:pPr>
                <a:defRPr/>
              </a:pPr>
              <a:t>9/7/2023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763F2-22DF-B30F-EAB1-3C505E3CD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33700" y="629602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EB8E9-1747-6C47-0937-2714C55910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2763" y="723900"/>
            <a:ext cx="1884362" cy="603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4400" smtClean="0">
                <a:solidFill>
                  <a:srgbClr val="474B57"/>
                </a:solidFill>
                <a:latin typeface="Century Schoolbook" panose="02040604050505020304" pitchFamily="18" charset="0"/>
              </a:defRPr>
            </a:lvl1pPr>
          </a:lstStyle>
          <a:p>
            <a:pPr>
              <a:defRPr/>
            </a:pPr>
            <a:fld id="{671FB900-BB2F-470F-A318-09EC5DF2A3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82148052-62D0-245A-2D07-89358F1FF749}"/>
              </a:ext>
            </a:extLst>
          </p:cNvPr>
          <p:cNvCxnSpPr/>
          <p:nvPr/>
        </p:nvCxnSpPr>
        <p:spPr>
          <a:xfrm>
            <a:off x="2933700" y="2176463"/>
            <a:ext cx="8770938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3" r:id="rId2"/>
    <p:sldLayoutId id="2147483769" r:id="rId3"/>
    <p:sldLayoutId id="2147483764" r:id="rId4"/>
    <p:sldLayoutId id="2147483765" r:id="rId5"/>
    <p:sldLayoutId id="2147483766" r:id="rId6"/>
    <p:sldLayoutId id="2147483770" r:id="rId7"/>
    <p:sldLayoutId id="2147483771" r:id="rId8"/>
    <p:sldLayoutId id="2147483772" r:id="rId9"/>
    <p:sldLayoutId id="2147483767" r:id="rId10"/>
    <p:sldLayoutId id="2147483773" r:id="rId11"/>
  </p:sldLayoutIdLst>
  <p:txStyles>
    <p:titleStyle>
      <a:lvl1pPr algn="l" rtl="0" eaLnBrk="0" fontAlgn="base" hangingPunct="0">
        <a:lnSpc>
          <a:spcPct val="99000"/>
        </a:lnSpc>
        <a:spcBef>
          <a:spcPct val="0"/>
        </a:spcBef>
        <a:spcAft>
          <a:spcPct val="0"/>
        </a:spcAft>
        <a:defRPr sz="4400" kern="1200">
          <a:solidFill>
            <a:srgbClr val="474B5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9000"/>
        </a:lnSpc>
        <a:spcBef>
          <a:spcPct val="0"/>
        </a:spcBef>
        <a:spcAft>
          <a:spcPct val="0"/>
        </a:spcAft>
        <a:defRPr sz="4400">
          <a:solidFill>
            <a:srgbClr val="474B57"/>
          </a:solidFill>
          <a:latin typeface="Century Schoolbook" panose="02040604050505020304" pitchFamily="18" charset="0"/>
        </a:defRPr>
      </a:lvl2pPr>
      <a:lvl3pPr algn="l" rtl="0" eaLnBrk="0" fontAlgn="base" hangingPunct="0">
        <a:lnSpc>
          <a:spcPct val="99000"/>
        </a:lnSpc>
        <a:spcBef>
          <a:spcPct val="0"/>
        </a:spcBef>
        <a:spcAft>
          <a:spcPct val="0"/>
        </a:spcAft>
        <a:defRPr sz="4400">
          <a:solidFill>
            <a:srgbClr val="474B57"/>
          </a:solidFill>
          <a:latin typeface="Century Schoolbook" panose="02040604050505020304" pitchFamily="18" charset="0"/>
        </a:defRPr>
      </a:lvl3pPr>
      <a:lvl4pPr algn="l" rtl="0" eaLnBrk="0" fontAlgn="base" hangingPunct="0">
        <a:lnSpc>
          <a:spcPct val="99000"/>
        </a:lnSpc>
        <a:spcBef>
          <a:spcPct val="0"/>
        </a:spcBef>
        <a:spcAft>
          <a:spcPct val="0"/>
        </a:spcAft>
        <a:defRPr sz="4400">
          <a:solidFill>
            <a:srgbClr val="474B57"/>
          </a:solidFill>
          <a:latin typeface="Century Schoolbook" panose="02040604050505020304" pitchFamily="18" charset="0"/>
        </a:defRPr>
      </a:lvl4pPr>
      <a:lvl5pPr algn="l" rtl="0" eaLnBrk="0" fontAlgn="base" hangingPunct="0">
        <a:lnSpc>
          <a:spcPct val="99000"/>
        </a:lnSpc>
        <a:spcBef>
          <a:spcPct val="0"/>
        </a:spcBef>
        <a:spcAft>
          <a:spcPct val="0"/>
        </a:spcAft>
        <a:defRPr sz="4400">
          <a:solidFill>
            <a:srgbClr val="474B57"/>
          </a:solidFill>
          <a:latin typeface="Century Schoolbook" panose="02040604050505020304" pitchFamily="18" charset="0"/>
        </a:defRPr>
      </a:lvl5pPr>
      <a:lvl6pPr marL="457200" algn="l" rtl="0" fontAlgn="base">
        <a:lnSpc>
          <a:spcPct val="99000"/>
        </a:lnSpc>
        <a:spcBef>
          <a:spcPct val="0"/>
        </a:spcBef>
        <a:spcAft>
          <a:spcPct val="0"/>
        </a:spcAft>
        <a:defRPr sz="4400">
          <a:solidFill>
            <a:srgbClr val="474B57"/>
          </a:solidFill>
          <a:latin typeface="Century Schoolbook" panose="02040604050505020304" pitchFamily="18" charset="0"/>
        </a:defRPr>
      </a:lvl6pPr>
      <a:lvl7pPr marL="914400" algn="l" rtl="0" fontAlgn="base">
        <a:lnSpc>
          <a:spcPct val="99000"/>
        </a:lnSpc>
        <a:spcBef>
          <a:spcPct val="0"/>
        </a:spcBef>
        <a:spcAft>
          <a:spcPct val="0"/>
        </a:spcAft>
        <a:defRPr sz="4400">
          <a:solidFill>
            <a:srgbClr val="474B57"/>
          </a:solidFill>
          <a:latin typeface="Century Schoolbook" panose="02040604050505020304" pitchFamily="18" charset="0"/>
        </a:defRPr>
      </a:lvl7pPr>
      <a:lvl8pPr marL="1371600" algn="l" rtl="0" fontAlgn="base">
        <a:lnSpc>
          <a:spcPct val="99000"/>
        </a:lnSpc>
        <a:spcBef>
          <a:spcPct val="0"/>
        </a:spcBef>
        <a:spcAft>
          <a:spcPct val="0"/>
        </a:spcAft>
        <a:defRPr sz="4400">
          <a:solidFill>
            <a:srgbClr val="474B57"/>
          </a:solidFill>
          <a:latin typeface="Century Schoolbook" panose="02040604050505020304" pitchFamily="18" charset="0"/>
        </a:defRPr>
      </a:lvl8pPr>
      <a:lvl9pPr marL="1828800" algn="l" rtl="0" fontAlgn="base">
        <a:lnSpc>
          <a:spcPct val="99000"/>
        </a:lnSpc>
        <a:spcBef>
          <a:spcPct val="0"/>
        </a:spcBef>
        <a:spcAft>
          <a:spcPct val="0"/>
        </a:spcAft>
        <a:defRPr sz="4400">
          <a:solidFill>
            <a:srgbClr val="474B57"/>
          </a:solidFill>
          <a:latin typeface="Century Schoolbook" panose="02040604050505020304" pitchFamily="18" charset="0"/>
        </a:defRPr>
      </a:lvl9pPr>
    </p:titleStyle>
    <p:bodyStyle>
      <a:lvl1pPr marL="319088" indent="-319088" algn="l" rtl="0" eaLnBrk="0" fontAlgn="base" hangingPunct="0">
        <a:lnSpc>
          <a:spcPct val="111000"/>
        </a:lnSpc>
        <a:spcBef>
          <a:spcPts val="925"/>
        </a:spcBef>
        <a:spcAft>
          <a:spcPct val="0"/>
        </a:spcAft>
        <a:buFont typeface="Corbel" panose="020B0503020204020204" pitchFamily="34" charset="0"/>
        <a:buChar char="–"/>
        <a:defRPr sz="2000" kern="1200">
          <a:solidFill>
            <a:srgbClr val="474B57"/>
          </a:solidFill>
          <a:latin typeface="+mn-lt"/>
          <a:ea typeface="+mn-ea"/>
          <a:cs typeface="+mn-cs"/>
        </a:defRPr>
      </a:lvl1pPr>
      <a:lvl2pPr marL="639763" indent="-319088" algn="l" rtl="0" eaLnBrk="0" fontAlgn="base" hangingPunct="0">
        <a:lnSpc>
          <a:spcPct val="111000"/>
        </a:lnSpc>
        <a:spcBef>
          <a:spcPts val="925"/>
        </a:spcBef>
        <a:spcAft>
          <a:spcPct val="0"/>
        </a:spcAft>
        <a:buFont typeface="Corbel" panose="020B0503020204020204" pitchFamily="34" charset="0"/>
        <a:buChar char="–"/>
        <a:defRPr kern="1200">
          <a:solidFill>
            <a:srgbClr val="474B57"/>
          </a:solidFill>
          <a:latin typeface="+mn-lt"/>
          <a:ea typeface="+mn-ea"/>
          <a:cs typeface="+mn-cs"/>
        </a:defRPr>
      </a:lvl2pPr>
      <a:lvl3pPr marL="958850" indent="-319088" algn="l" rtl="0" eaLnBrk="0" fontAlgn="base" hangingPunct="0">
        <a:lnSpc>
          <a:spcPct val="111000"/>
        </a:lnSpc>
        <a:spcBef>
          <a:spcPts val="925"/>
        </a:spcBef>
        <a:spcAft>
          <a:spcPct val="0"/>
        </a:spcAft>
        <a:buFont typeface="Corbel" panose="020B0503020204020204" pitchFamily="34" charset="0"/>
        <a:buChar char="–"/>
        <a:defRPr sz="1600" i="1" kern="1200">
          <a:solidFill>
            <a:srgbClr val="474B57"/>
          </a:solidFill>
          <a:latin typeface="+mn-lt"/>
          <a:ea typeface="+mn-ea"/>
          <a:cs typeface="+mn-cs"/>
        </a:defRPr>
      </a:lvl3pPr>
      <a:lvl4pPr marL="1279525" indent="-319088" algn="l" rtl="0" eaLnBrk="0" fontAlgn="base" hangingPunct="0">
        <a:lnSpc>
          <a:spcPct val="111000"/>
        </a:lnSpc>
        <a:spcBef>
          <a:spcPts val="925"/>
        </a:spcBef>
        <a:spcAft>
          <a:spcPct val="0"/>
        </a:spcAft>
        <a:buFont typeface="Corbel" panose="020B0503020204020204" pitchFamily="34" charset="0"/>
        <a:buChar char="–"/>
        <a:defRPr sz="1400" kern="1200">
          <a:solidFill>
            <a:srgbClr val="474B57"/>
          </a:solidFill>
          <a:latin typeface="+mn-lt"/>
          <a:ea typeface="+mn-ea"/>
          <a:cs typeface="+mn-cs"/>
        </a:defRPr>
      </a:lvl4pPr>
      <a:lvl5pPr marL="1600200" indent="-319088" algn="l" rtl="0" eaLnBrk="0" fontAlgn="base" hangingPunct="0">
        <a:lnSpc>
          <a:spcPct val="111000"/>
        </a:lnSpc>
        <a:spcBef>
          <a:spcPts val="925"/>
        </a:spcBef>
        <a:spcAft>
          <a:spcPct val="0"/>
        </a:spcAft>
        <a:buFont typeface="Corbel" panose="020B0503020204020204" pitchFamily="34" charset="0"/>
        <a:buChar char="–"/>
        <a:defRPr sz="1400" i="1" kern="1200">
          <a:solidFill>
            <a:srgbClr val="474B57"/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D8683A1B-89CB-CB10-0E1E-C1D4FA7875D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920038" y="1023938"/>
            <a:ext cx="3794125" cy="3349625"/>
          </a:xfrm>
        </p:spPr>
        <p:txBody>
          <a:bodyPr/>
          <a:lstStyle/>
          <a:p>
            <a:pPr eaLnBrk="1" hangingPunct="1"/>
            <a:r>
              <a:rPr lang="en-US" altLang="en-US" sz="8000" b="1"/>
              <a:t>TATA KATA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CF9FD-6995-449C-792A-6901EA513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0038" y="4945063"/>
            <a:ext cx="3794125" cy="1038225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Bef>
                <a:spcPts val="930"/>
              </a:spcBef>
              <a:spcAft>
                <a:spcPts val="0"/>
              </a:spcAft>
              <a:defRPr/>
            </a:pPr>
            <a:r>
              <a:rPr lang="en-US" sz="2800" b="1" dirty="0">
                <a:latin typeface="Cambria" panose="02040503050406030204" pitchFamily="18" charset="0"/>
              </a:rPr>
              <a:t>Mitra </a:t>
            </a:r>
            <a:r>
              <a:rPr lang="en-US" sz="2800" b="1" dirty="0" err="1">
                <a:latin typeface="Cambria" panose="02040503050406030204" pitchFamily="18" charset="0"/>
              </a:rPr>
              <a:t>Mandiri</a:t>
            </a:r>
            <a:r>
              <a:rPr lang="en-US" sz="2800" b="1" dirty="0">
                <a:latin typeface="Cambria" panose="02040503050406030204" pitchFamily="18" charset="0"/>
              </a:rPr>
              <a:t> Course 2022/2023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C9E7D2E2-9840-9852-9C60-0D62A9BB2A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PENDAHULUAN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63272-C71A-0A7C-2D5D-A594A6D90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eaLnBrk="1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Bahasa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mempunyai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dua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aspek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,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yaitu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aspek</a:t>
            </a:r>
            <a:r>
              <a:rPr lang="en-US" sz="2700" b="1" dirty="0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bentuk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dan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aspek</a:t>
            </a:r>
            <a:r>
              <a:rPr lang="en-US" sz="2700" b="1" dirty="0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makna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. </a:t>
            </a:r>
          </a:p>
          <a:p>
            <a:pPr marL="342900" indent="-342900" eaLnBrk="1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000" dirty="0">
              <a:solidFill>
                <a:prstClr val="black"/>
              </a:solidFill>
              <a:latin typeface="Tw Cen MT" pitchFamily="34" charset="0"/>
              <a:cs typeface="Tahoma" pitchFamily="34" charset="0"/>
            </a:endParaRPr>
          </a:p>
          <a:p>
            <a:pPr marL="342900" indent="-342900" eaLnBrk="1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Aspek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bentuk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merujuk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pada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wujud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visual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suatu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bahasa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,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sedangkan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aspek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makna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merujuk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pada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pengertian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yang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ditimbulkan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oleh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wujud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visual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bahasa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itu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.</a:t>
            </a:r>
          </a:p>
          <a:p>
            <a:pPr marL="342900" indent="-342900" eaLnBrk="1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1000" dirty="0">
              <a:solidFill>
                <a:prstClr val="black"/>
              </a:solidFill>
              <a:latin typeface="Tw Cen MT" pitchFamily="34" charset="0"/>
              <a:cs typeface="Tahoma" pitchFamily="34" charset="0"/>
            </a:endParaRPr>
          </a:p>
          <a:p>
            <a:pPr marL="342900" indent="-342900" eaLnBrk="1" fontAlgn="auto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Oleh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karena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itu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, </a:t>
            </a:r>
            <a:r>
              <a:rPr lang="en-US" sz="2700" b="1" dirty="0" err="1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jika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bentuk</a:t>
            </a:r>
            <a:r>
              <a:rPr lang="en-US" sz="2700" b="1" dirty="0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berbeda</a:t>
            </a:r>
            <a:r>
              <a:rPr lang="en-US" sz="2700" b="1" dirty="0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,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makna</a:t>
            </a:r>
            <a:r>
              <a:rPr lang="en-US" sz="2700" b="1" dirty="0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 pun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akan</a:t>
            </a:r>
            <a:r>
              <a:rPr lang="en-US" sz="2700" b="1" dirty="0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  <a:cs typeface="Tahoma" pitchFamily="34" charset="0"/>
              </a:rPr>
              <a:t>berbeda</a:t>
            </a:r>
            <a:r>
              <a:rPr lang="en-US" sz="2700" b="1" dirty="0">
                <a:solidFill>
                  <a:prstClr val="black"/>
                </a:solidFill>
                <a:latin typeface="Tw Cen MT" pitchFamily="34" charset="0"/>
                <a:cs typeface="Tahoma" pitchFamily="34" charset="0"/>
              </a:rPr>
              <a:t>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A52449BA-8C55-FE81-16B4-134BBCC28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en-US" altLang="en-US" sz="6000" b="1">
                <a:solidFill>
                  <a:schemeClr val="tx1"/>
                </a:solidFill>
              </a:rPr>
              <a:t>TATA KATA</a:t>
            </a:r>
          </a:p>
        </p:txBody>
      </p:sp>
      <p:sp>
        <p:nvSpPr>
          <p:cNvPr id="14339" name="TextBox 9">
            <a:extLst>
              <a:ext uri="{FF2B5EF4-FFF2-40B4-BE49-F238E27FC236}">
                <a16:creationId xmlns:a16="http://schemas.microsoft.com/office/drawing/2014/main" id="{0E50D564-6BB9-526A-91BC-BBB98A2E7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413" y="3429000"/>
            <a:ext cx="7129462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3200" b="1">
                <a:solidFill>
                  <a:srgbClr val="FF0000"/>
                </a:solidFill>
                <a:latin typeface="Cambria" panose="02040503050406030204" pitchFamily="18" charset="0"/>
              </a:rPr>
              <a:t>Morfologi</a:t>
            </a:r>
            <a:r>
              <a:rPr lang="en-US" altLang="en-US" sz="3200" b="1">
                <a:latin typeface="Cambria" panose="02040503050406030204" pitchFamily="18" charset="0"/>
              </a:rPr>
              <a:t> adalah ‘cabang linguistik tentang morfem dan kombinasinya; ilmu bentuk kata’ (KBBI Daring).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14E08734-7CC2-157E-C755-F3BA56A57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en-US" altLang="en-US" sz="6000" b="1">
                <a:solidFill>
                  <a:schemeClr val="tx1"/>
                </a:solidFill>
              </a:rPr>
              <a:t>TATA KATA</a:t>
            </a:r>
          </a:p>
        </p:txBody>
      </p:sp>
      <p:sp>
        <p:nvSpPr>
          <p:cNvPr id="15363" name="TextBox 9">
            <a:extLst>
              <a:ext uri="{FF2B5EF4-FFF2-40B4-BE49-F238E27FC236}">
                <a16:creationId xmlns:a16="http://schemas.microsoft.com/office/drawing/2014/main" id="{329F9EC3-6FA7-4FB6-9957-F7FC420A9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7900" y="2701925"/>
            <a:ext cx="8186738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Cambria" panose="02040503050406030204" pitchFamily="18" charset="0"/>
              </a:rPr>
              <a:t>Setiap bahasa mempunyai </a:t>
            </a:r>
            <a:r>
              <a:rPr lang="en-US" altLang="en-US" sz="2800" b="1">
                <a:solidFill>
                  <a:srgbClr val="FF0000"/>
                </a:solidFill>
                <a:latin typeface="Cambria" panose="02040503050406030204" pitchFamily="18" charset="0"/>
              </a:rPr>
              <a:t>keunikan</a:t>
            </a:r>
            <a:r>
              <a:rPr lang="en-US" altLang="en-US" sz="2800" b="1">
                <a:latin typeface="Cambria" panose="02040503050406030204" pitchFamily="18" charset="0"/>
              </a:rPr>
              <a:t> dalam proses pembentukan kata.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600" b="1">
              <a:latin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Cambria" panose="02040503050406030204" pitchFamily="18" charset="0"/>
              </a:rPr>
              <a:t>Bahasa Inggris dan bahasa Jepang mengenal </a:t>
            </a:r>
            <a:r>
              <a:rPr lang="en-US" altLang="en-US" sz="2800" b="1">
                <a:solidFill>
                  <a:srgbClr val="FF0000"/>
                </a:solidFill>
                <a:latin typeface="Cambria" panose="02040503050406030204" pitchFamily="18" charset="0"/>
              </a:rPr>
              <a:t>aspek waktu</a:t>
            </a:r>
            <a:r>
              <a:rPr lang="en-US" altLang="en-US" sz="2800" b="1">
                <a:latin typeface="Cambria" panose="02040503050406030204" pitchFamily="18" charset="0"/>
              </a:rPr>
              <a:t> </a:t>
            </a:r>
            <a:r>
              <a:rPr lang="en-US" altLang="en-US" sz="2800" b="1" i="1">
                <a:latin typeface="Cambria" panose="02040503050406030204" pitchFamily="18" charset="0"/>
              </a:rPr>
              <a:t>(present</a:t>
            </a:r>
            <a:r>
              <a:rPr lang="en-US" altLang="en-US" sz="2800" b="1">
                <a:latin typeface="Cambria" panose="02040503050406030204" pitchFamily="18" charset="0"/>
              </a:rPr>
              <a:t>, </a:t>
            </a:r>
            <a:r>
              <a:rPr lang="en-US" altLang="en-US" sz="2800" b="1" i="1">
                <a:latin typeface="Cambria" panose="02040503050406030204" pitchFamily="18" charset="0"/>
              </a:rPr>
              <a:t>past</a:t>
            </a:r>
            <a:r>
              <a:rPr lang="en-US" altLang="en-US" sz="2800" b="1">
                <a:latin typeface="Cambria" panose="02040503050406030204" pitchFamily="18" charset="0"/>
              </a:rPr>
              <a:t>, </a:t>
            </a:r>
            <a:r>
              <a:rPr lang="en-US" altLang="en-US" sz="2800" b="1" i="1">
                <a:latin typeface="Cambria" panose="02040503050406030204" pitchFamily="18" charset="0"/>
              </a:rPr>
              <a:t>future</a:t>
            </a:r>
            <a:r>
              <a:rPr lang="en-US" altLang="en-US" sz="2800" b="1">
                <a:latin typeface="Cambria" panose="02040503050406030204" pitchFamily="18" charset="0"/>
              </a:rPr>
              <a:t>)</a:t>
            </a:r>
            <a:r>
              <a:rPr lang="en-US" altLang="en-US" sz="2800" b="1" i="1">
                <a:latin typeface="Cambria" panose="02040503050406030204" pitchFamily="18" charset="0"/>
              </a:rPr>
              <a:t>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600" b="1">
              <a:latin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Cambria" panose="02040503050406030204" pitchFamily="18" charset="0"/>
              </a:rPr>
              <a:t>Bahasa Prancis mengenal </a:t>
            </a:r>
            <a:r>
              <a:rPr lang="en-US" altLang="en-US" sz="2800" b="1">
                <a:solidFill>
                  <a:srgbClr val="FF0000"/>
                </a:solidFill>
                <a:latin typeface="Cambria" panose="02040503050406030204" pitchFamily="18" charset="0"/>
              </a:rPr>
              <a:t>aspek gender</a:t>
            </a:r>
            <a:r>
              <a:rPr lang="en-US" altLang="en-US" sz="2800" b="1">
                <a:latin typeface="Cambria" panose="02040503050406030204" pitchFamily="18" charset="0"/>
              </a:rPr>
              <a:t>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600" b="1">
              <a:latin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Cambria" panose="02040503050406030204" pitchFamily="18" charset="0"/>
              </a:rPr>
              <a:t>Bahasa Mandarin mengenal </a:t>
            </a:r>
            <a:r>
              <a:rPr lang="en-US" altLang="en-US" sz="2800" b="1">
                <a:solidFill>
                  <a:srgbClr val="FF0000"/>
                </a:solidFill>
                <a:latin typeface="Cambria" panose="02040503050406030204" pitchFamily="18" charset="0"/>
              </a:rPr>
              <a:t>aspek intonasi</a:t>
            </a:r>
            <a:r>
              <a:rPr lang="en-US" altLang="en-US" sz="2800" b="1">
                <a:latin typeface="Cambria" panose="02040503050406030204" pitchFamily="18" charset="0"/>
              </a:rPr>
              <a:t>. 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762446ED-983A-FE70-06A9-E9E70675F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75" y="1797050"/>
            <a:ext cx="7456488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9000"/>
              </a:lnSpc>
            </a:pPr>
            <a:endParaRPr lang="en-US" altLang="en-US" sz="4000" b="1">
              <a:latin typeface="Century Schoolbook" panose="02040604050505020304" pitchFamily="18" charset="0"/>
            </a:endParaRPr>
          </a:p>
          <a:p>
            <a:pPr algn="ctr" defTabSz="914400" eaLnBrk="1" hangingPunct="1">
              <a:lnSpc>
                <a:spcPct val="99000"/>
              </a:lnSpc>
            </a:pPr>
            <a:r>
              <a:rPr lang="en-US" altLang="en-US" sz="4000" b="1">
                <a:latin typeface="Century Schoolbook" panose="02040604050505020304" pitchFamily="18" charset="0"/>
              </a:rPr>
              <a:t>Bagaimana dengan</a:t>
            </a:r>
          </a:p>
          <a:p>
            <a:pPr algn="ctr" defTabSz="914400" eaLnBrk="1" hangingPunct="1">
              <a:lnSpc>
                <a:spcPct val="99000"/>
              </a:lnSpc>
            </a:pPr>
            <a:r>
              <a:rPr lang="en-US" altLang="en-US" sz="4000" b="1">
                <a:latin typeface="Century Schoolbook" panose="02040604050505020304" pitchFamily="18" charset="0"/>
              </a:rPr>
              <a:t>pembentukan kata dalam bahasa Indonesia?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FC2464A2-83CE-61A7-B131-ED67A6367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7900" y="2701925"/>
            <a:ext cx="8186738" cy="33547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defRPr/>
            </a:pPr>
            <a:r>
              <a:rPr lang="en-US" sz="2800" b="1" dirty="0" err="1">
                <a:latin typeface="Cambria" panose="02040503050406030204" pitchFamily="18" charset="0"/>
              </a:rPr>
              <a:t>Bahasa</a:t>
            </a:r>
            <a:r>
              <a:rPr lang="en-US" sz="2800" b="1" dirty="0">
                <a:latin typeface="Cambria" panose="02040503050406030204" pitchFamily="18" charset="0"/>
              </a:rPr>
              <a:t> Indonesia </a:t>
            </a:r>
            <a:r>
              <a:rPr lang="en-US" sz="2800" b="1" dirty="0" err="1">
                <a:latin typeface="Cambria" panose="02040503050406030204" pitchFamily="18" charset="0"/>
              </a:rPr>
              <a:t>termasuk</a:t>
            </a:r>
            <a:r>
              <a:rPr lang="en-US" sz="2800" b="1" dirty="0">
                <a:latin typeface="Cambria" panose="02040503050406030204" pitchFamily="18" charset="0"/>
              </a:rPr>
              <a:t> </a:t>
            </a:r>
            <a:r>
              <a:rPr lang="en-US" sz="2800" b="1" dirty="0" err="1">
                <a:latin typeface="Cambria" panose="02040503050406030204" pitchFamily="18" charset="0"/>
              </a:rPr>
              <a:t>ke</a:t>
            </a:r>
            <a:r>
              <a:rPr lang="en-US" sz="2800" b="1" dirty="0">
                <a:latin typeface="Cambria" panose="02040503050406030204" pitchFamily="18" charset="0"/>
              </a:rPr>
              <a:t> </a:t>
            </a:r>
            <a:r>
              <a:rPr lang="en-US" sz="2800" b="1" dirty="0" err="1">
                <a:latin typeface="Cambria" panose="02040503050406030204" pitchFamily="18" charset="0"/>
              </a:rPr>
              <a:t>dalam</a:t>
            </a:r>
            <a:r>
              <a:rPr lang="en-US" sz="2800" b="1" dirty="0">
                <a:latin typeface="Cambria" panose="02040503050406030204" pitchFamily="18" charset="0"/>
              </a:rPr>
              <a:t> </a:t>
            </a:r>
            <a:r>
              <a:rPr lang="en-US" sz="2800" b="1" dirty="0" err="1">
                <a:latin typeface="Cambria" panose="02040503050406030204" pitchFamily="18" charset="0"/>
              </a:rPr>
              <a:t>bahasa</a:t>
            </a:r>
            <a:r>
              <a:rPr lang="en-US" sz="2800" b="1" dirty="0">
                <a:latin typeface="Cambria" panose="020405030504060302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Cambria" panose="02040503050406030204" pitchFamily="18" charset="0"/>
              </a:rPr>
              <a:t>aglutinatif</a:t>
            </a:r>
            <a:r>
              <a:rPr lang="en-US" sz="2800" b="1" dirty="0">
                <a:latin typeface="Cambria" panose="02040503050406030204" pitchFamily="18" charset="0"/>
              </a:rPr>
              <a:t> </a:t>
            </a:r>
            <a:r>
              <a:rPr lang="en-US" sz="2800" b="1" dirty="0" err="1">
                <a:latin typeface="Cambria" panose="02040503050406030204" pitchFamily="18" charset="0"/>
              </a:rPr>
              <a:t>atau</a:t>
            </a:r>
            <a:r>
              <a:rPr lang="en-US" sz="2800" b="1" dirty="0">
                <a:latin typeface="Cambria" panose="02040503050406030204" pitchFamily="18" charset="0"/>
              </a:rPr>
              <a:t> </a:t>
            </a:r>
            <a:r>
              <a:rPr lang="en-US" sz="2800" b="1" dirty="0" err="1">
                <a:latin typeface="Cambria" panose="02040503050406030204" pitchFamily="18" charset="0"/>
              </a:rPr>
              <a:t>bahasa</a:t>
            </a:r>
            <a:r>
              <a:rPr lang="en-US" sz="2800" b="1" dirty="0">
                <a:latin typeface="Cambria" panose="02040503050406030204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Cambria" panose="02040503050406030204" pitchFamily="18" charset="0"/>
              </a:rPr>
              <a:t>tempelan</a:t>
            </a:r>
            <a:r>
              <a:rPr lang="en-US" sz="2800" b="1" dirty="0">
                <a:latin typeface="Cambria" panose="02040503050406030204" pitchFamily="18" charset="0"/>
              </a:rPr>
              <a:t>.</a:t>
            </a:r>
            <a:endParaRPr lang="en-US" sz="1600" b="1" dirty="0">
              <a:latin typeface="Cambria" panose="02040503050406030204" pitchFamily="18" charset="0"/>
            </a:endParaRPr>
          </a:p>
          <a:p>
            <a:pPr marL="0" indent="0" eaLnBrk="1" hangingPunct="1">
              <a:defRPr/>
            </a:pPr>
            <a:endParaRPr lang="en-US" sz="1600" b="1" dirty="0">
              <a:latin typeface="Cambria" panose="02040503050406030204" pitchFamily="18" charset="0"/>
            </a:endParaRPr>
          </a:p>
          <a:p>
            <a:pPr marL="0" indent="0" eaLnBrk="1" hangingPunct="1">
              <a:defRPr/>
            </a:pPr>
            <a:r>
              <a:rPr lang="en-US" sz="2800" b="1" dirty="0" err="1">
                <a:latin typeface="Cambria" panose="02040503050406030204" pitchFamily="18" charset="0"/>
              </a:rPr>
              <a:t>lari</a:t>
            </a:r>
            <a:r>
              <a:rPr lang="en-US" sz="2800" b="1" dirty="0">
                <a:latin typeface="Cambria" panose="02040503050406030204" pitchFamily="18" charset="0"/>
              </a:rPr>
              <a:t>				</a:t>
            </a:r>
            <a:r>
              <a:rPr lang="en-US" sz="2800" b="1" dirty="0" err="1">
                <a:latin typeface="Cambria" panose="02040503050406030204" pitchFamily="18" charset="0"/>
              </a:rPr>
              <a:t>mobil</a:t>
            </a: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-mobil</a:t>
            </a:r>
            <a:r>
              <a:rPr lang="en-US" sz="2800" b="1" dirty="0">
                <a:solidFill>
                  <a:srgbClr val="0070C0"/>
                </a:solidFill>
                <a:latin typeface="Cambria" panose="02040503050406030204" pitchFamily="18" charset="0"/>
              </a:rPr>
              <a:t>		</a:t>
            </a: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surat</a:t>
            </a:r>
            <a:r>
              <a:rPr lang="en-US" sz="2800" b="1" dirty="0">
                <a:solidFill>
                  <a:srgbClr val="0070C0"/>
                </a:solidFill>
                <a:latin typeface="Cambria" panose="020405030504060302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kabar</a:t>
            </a:r>
            <a:endParaRPr lang="en-US" sz="2800" b="1" dirty="0">
              <a:solidFill>
                <a:srgbClr val="0070C0"/>
              </a:solidFill>
              <a:latin typeface="Cambria" panose="02040503050406030204" pitchFamily="18" charset="0"/>
            </a:endParaRPr>
          </a:p>
          <a:p>
            <a:pPr marL="0" indent="0" eaLnBrk="1" hangingPunct="1">
              <a:defRPr/>
            </a:pP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ber</a:t>
            </a:r>
            <a:r>
              <a:rPr lang="en-US" sz="2800" b="1" dirty="0" err="1">
                <a:latin typeface="Cambria" panose="02040503050406030204" pitchFamily="18" charset="0"/>
              </a:rPr>
              <a:t>lari</a:t>
            </a:r>
            <a:r>
              <a:rPr lang="en-US" sz="2800" b="1" dirty="0">
                <a:latin typeface="Cambria" panose="02040503050406030204" pitchFamily="18" charset="0"/>
              </a:rPr>
              <a:t>			</a:t>
            </a: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de</a:t>
            </a:r>
            <a:r>
              <a:rPr lang="en-US" sz="2800" b="1" dirty="0" err="1">
                <a:latin typeface="Cambria" panose="02040503050406030204" pitchFamily="18" charset="0"/>
              </a:rPr>
              <a:t>daun</a:t>
            </a: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an</a:t>
            </a:r>
            <a:r>
              <a:rPr lang="en-US" sz="2800" b="1" dirty="0">
                <a:solidFill>
                  <a:srgbClr val="0070C0"/>
                </a:solidFill>
                <a:latin typeface="Cambria" panose="02040503050406030204" pitchFamily="18" charset="0"/>
              </a:rPr>
              <a:t>			</a:t>
            </a: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kereta</a:t>
            </a:r>
            <a:r>
              <a:rPr lang="en-US" sz="2800" b="1" dirty="0">
                <a:solidFill>
                  <a:srgbClr val="0070C0"/>
                </a:solidFill>
                <a:latin typeface="Cambria" panose="02040503050406030204" pitchFamily="18" charset="0"/>
              </a:rPr>
              <a:t> </a:t>
            </a: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api</a:t>
            </a:r>
            <a:endParaRPr lang="en-US" sz="2800" b="1" dirty="0">
              <a:solidFill>
                <a:srgbClr val="0070C0"/>
              </a:solidFill>
              <a:latin typeface="Cambria" panose="02040503050406030204" pitchFamily="18" charset="0"/>
            </a:endParaRPr>
          </a:p>
          <a:p>
            <a:pPr marL="0" indent="0" eaLnBrk="1" hangingPunct="1">
              <a:defRPr/>
            </a:pP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pe</a:t>
            </a:r>
            <a:r>
              <a:rPr lang="en-US" sz="2800" b="1" dirty="0" err="1">
                <a:latin typeface="Cambria" panose="02040503050406030204" pitchFamily="18" charset="0"/>
              </a:rPr>
              <a:t>lari</a:t>
            </a:r>
            <a:r>
              <a:rPr lang="en-US" sz="2800" b="1" dirty="0">
                <a:latin typeface="Cambria" panose="02040503050406030204" pitchFamily="18" charset="0"/>
              </a:rPr>
              <a:t>			</a:t>
            </a: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tarik-</a:t>
            </a:r>
            <a:r>
              <a:rPr lang="en-US" sz="2800" b="1" dirty="0" err="1">
                <a:latin typeface="Cambria" panose="02040503050406030204" pitchFamily="18" charset="0"/>
              </a:rPr>
              <a:t>menarik</a:t>
            </a:r>
            <a:r>
              <a:rPr lang="en-US" sz="2800" b="1" dirty="0">
                <a:latin typeface="Cambria" panose="02040503050406030204" pitchFamily="18" charset="0"/>
              </a:rPr>
              <a:t>	</a:t>
            </a:r>
            <a:r>
              <a:rPr lang="en-US" sz="2800" b="1" dirty="0" err="1">
                <a:latin typeface="Cambria" panose="02040503050406030204" pitchFamily="18" charset="0"/>
              </a:rPr>
              <a:t>makan</a:t>
            </a:r>
            <a:r>
              <a:rPr lang="en-US" sz="2800" b="1" dirty="0">
                <a:latin typeface="Cambria" panose="02040503050406030204" pitchFamily="18" charset="0"/>
              </a:rPr>
              <a:t> </a:t>
            </a:r>
            <a:r>
              <a:rPr lang="en-US" sz="2800" b="1" dirty="0">
                <a:latin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sz="2800" b="1" strike="sngStrike" dirty="0" err="1">
                <a:solidFill>
                  <a:srgbClr val="FF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makans</a:t>
            </a:r>
            <a:endParaRPr lang="en-US" sz="2800" b="1" strike="sngStrike" dirty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pPr marL="0" indent="0" eaLnBrk="1" hangingPunct="1">
              <a:defRPr/>
            </a:pP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me</a:t>
            </a:r>
            <a:r>
              <a:rPr lang="en-US" sz="2800" b="1" dirty="0" err="1">
                <a:latin typeface="Cambria" panose="02040503050406030204" pitchFamily="18" charset="0"/>
              </a:rPr>
              <a:t>lari</a:t>
            </a: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kan</a:t>
            </a:r>
            <a:r>
              <a:rPr lang="en-US" sz="2800" b="1" dirty="0">
                <a:solidFill>
                  <a:srgbClr val="0070C0"/>
                </a:solidFill>
                <a:latin typeface="Cambria" panose="02040503050406030204" pitchFamily="18" charset="0"/>
              </a:rPr>
              <a:t>		</a:t>
            </a:r>
            <a:r>
              <a:rPr lang="en-US" sz="2800" b="1" dirty="0" err="1">
                <a:latin typeface="Cambria" panose="02040503050406030204" pitchFamily="18" charset="0"/>
              </a:rPr>
              <a:t>warna</a:t>
            </a: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-warni</a:t>
            </a:r>
            <a:r>
              <a:rPr lang="en-US" sz="2800" b="1" dirty="0">
                <a:solidFill>
                  <a:srgbClr val="0070C0"/>
                </a:solidFill>
                <a:latin typeface="Cambria" panose="02040503050406030204" pitchFamily="18" charset="0"/>
              </a:rPr>
              <a:t>		</a:t>
            </a:r>
            <a:r>
              <a:rPr lang="en-US" sz="2800" b="1" dirty="0" err="1">
                <a:latin typeface="Cambria" panose="02040503050406030204" pitchFamily="18" charset="0"/>
              </a:rPr>
              <a:t>buku</a:t>
            </a:r>
            <a:r>
              <a:rPr lang="en-US" sz="2800" b="1" dirty="0">
                <a:latin typeface="Cambria" panose="02040503050406030204" pitchFamily="18" charset="0"/>
              </a:rPr>
              <a:t> </a:t>
            </a:r>
            <a:r>
              <a:rPr lang="en-US" sz="2800" b="1" dirty="0">
                <a:latin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sz="2800" b="1" strike="sngStrike" dirty="0" err="1">
                <a:solidFill>
                  <a:srgbClr val="FF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bukus</a:t>
            </a:r>
            <a:endParaRPr lang="en-US" sz="2800" b="1" strike="sngStrike" dirty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pPr marL="0" indent="0" eaLnBrk="1" hangingPunct="1">
              <a:defRPr/>
            </a:pP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pe</a:t>
            </a:r>
            <a:r>
              <a:rPr lang="en-US" sz="2800" b="1" dirty="0" err="1">
                <a:latin typeface="Cambria" panose="02040503050406030204" pitchFamily="18" charset="0"/>
              </a:rPr>
              <a:t>lari</a:t>
            </a: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an</a:t>
            </a:r>
            <a:r>
              <a:rPr lang="en-US" sz="2800" b="1" dirty="0">
                <a:solidFill>
                  <a:srgbClr val="0070C0"/>
                </a:solidFill>
                <a:latin typeface="Cambria" panose="02040503050406030204" pitchFamily="18" charset="0"/>
              </a:rPr>
              <a:t>		</a:t>
            </a:r>
            <a:r>
              <a:rPr lang="en-US" sz="2800" b="1" dirty="0" err="1">
                <a:solidFill>
                  <a:srgbClr val="0070C0"/>
                </a:solidFill>
                <a:latin typeface="Cambria" panose="02040503050406030204" pitchFamily="18" charset="0"/>
              </a:rPr>
              <a:t>bolak-</a:t>
            </a:r>
            <a:r>
              <a:rPr lang="en-US" sz="2800" b="1" dirty="0" err="1">
                <a:latin typeface="Cambria" panose="02040503050406030204" pitchFamily="18" charset="0"/>
              </a:rPr>
              <a:t>balik</a:t>
            </a:r>
            <a:r>
              <a:rPr lang="en-US" sz="2800" b="1" dirty="0">
                <a:latin typeface="Cambria" panose="02040503050406030204" pitchFamily="18" charset="0"/>
              </a:rPr>
              <a:t>		</a:t>
            </a:r>
            <a:r>
              <a:rPr lang="en-US" sz="2800" b="1" dirty="0" err="1">
                <a:latin typeface="Cambria" panose="02040503050406030204" pitchFamily="18" charset="0"/>
              </a:rPr>
              <a:t>tidur</a:t>
            </a:r>
            <a:r>
              <a:rPr lang="en-US" sz="2800" b="1" dirty="0">
                <a:latin typeface="Cambria" panose="02040503050406030204" pitchFamily="18" charset="0"/>
              </a:rPr>
              <a:t> </a:t>
            </a:r>
            <a:r>
              <a:rPr lang="en-US" sz="2800" b="1" dirty="0">
                <a:latin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sz="2800" b="1" strike="sngStrike" dirty="0" err="1">
                <a:solidFill>
                  <a:srgbClr val="FF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tidured</a:t>
            </a:r>
            <a:endParaRPr lang="en-US" sz="2800" b="1" strike="sngStrike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819EDEE-7C2A-BD97-2D76-9C891EF94EF7}"/>
              </a:ext>
            </a:extLst>
          </p:cNvPr>
          <p:cNvGraphicFramePr/>
          <p:nvPr/>
        </p:nvGraphicFramePr>
        <p:xfrm>
          <a:off x="2925096" y="190500"/>
          <a:ext cx="8763000" cy="647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CB5449A2-F361-DC32-3CFD-FA91F9D87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687388"/>
            <a:ext cx="8229600" cy="81756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9000"/>
              </a:lnSpc>
            </a:pPr>
            <a:r>
              <a:rPr lang="en-US" altLang="en-US" sz="4400" b="1">
                <a:latin typeface="Century Schoolbook" panose="02040604050505020304" pitchFamily="18" charset="0"/>
              </a:rPr>
              <a:t>Kelas Kata dalam BI</a:t>
            </a:r>
          </a:p>
        </p:txBody>
      </p:sp>
      <p:sp>
        <p:nvSpPr>
          <p:cNvPr id="19459" name="Text Placeholder 3">
            <a:extLst>
              <a:ext uri="{FF2B5EF4-FFF2-40B4-BE49-F238E27FC236}">
                <a16:creationId xmlns:a16="http://schemas.microsoft.com/office/drawing/2014/main" id="{782D3A37-6466-488E-E0AD-8EDC965CA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2051050"/>
            <a:ext cx="8229600" cy="428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2000">
                <a:solidFill>
                  <a:srgbClr val="474B57"/>
                </a:solidFill>
                <a:latin typeface="Calibri" panose="020F0502020204030204" pitchFamily="34" charset="0"/>
              </a:defRPr>
            </a:lvl1pPr>
            <a:lvl2pPr marL="639763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>
                <a:solidFill>
                  <a:srgbClr val="474B57"/>
                </a:solidFill>
                <a:latin typeface="Calibri" panose="020F0502020204030204" pitchFamily="34" charset="0"/>
              </a:defRPr>
            </a:lvl2pPr>
            <a:lvl3pPr marL="95885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600" i="1">
                <a:solidFill>
                  <a:srgbClr val="474B57"/>
                </a:solidFill>
                <a:latin typeface="Calibri" panose="020F0502020204030204" pitchFamily="34" charset="0"/>
              </a:defRPr>
            </a:lvl3pPr>
            <a:lvl4pPr marL="1279525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>
                <a:solidFill>
                  <a:srgbClr val="474B57"/>
                </a:solidFill>
                <a:latin typeface="Calibri" panose="020F0502020204030204" pitchFamily="34" charset="0"/>
              </a:defRPr>
            </a:lvl4pPr>
            <a:lvl5pPr marL="160020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5pPr>
            <a:lvl6pPr marL="20574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6pPr>
            <a:lvl7pPr marL="25146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7pPr>
            <a:lvl8pPr marL="29718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8pPr>
            <a:lvl9pPr marL="34290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buFont typeface="Century Schoolbook" panose="02040604050505020304" pitchFamily="18" charset="0"/>
              <a:buAutoNum type="arabicPeriod"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Verba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 (kata kerja)		: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makan, pergi, lari</a:t>
            </a:r>
            <a:endParaRPr lang="en-US" altLang="en-US" sz="2700" b="1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defTabSz="914400" eaLnBrk="1" hangingPunct="1">
              <a:buFont typeface="Century Schoolbook" panose="02040604050505020304" pitchFamily="18" charset="0"/>
              <a:buAutoNum type="arabicPeriod"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Adjektiva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 (kata sifat)		: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baik, cantik, lucu</a:t>
            </a:r>
            <a:endParaRPr lang="en-US" altLang="en-US" sz="2700" b="1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defTabSz="914400" eaLnBrk="1" hangingPunct="1">
              <a:buFont typeface="Century Schoolbook" panose="02040604050505020304" pitchFamily="18" charset="0"/>
              <a:buAutoNum type="arabicPeriod"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Adverbia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 (kata keterangan)	: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sangat, paling, lebih</a:t>
            </a:r>
            <a:endParaRPr lang="en-US" altLang="en-US" sz="2700" b="1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defTabSz="914400" eaLnBrk="1" hangingPunct="1">
              <a:buFont typeface="Century Schoolbook" panose="02040604050505020304" pitchFamily="18" charset="0"/>
              <a:buAutoNum type="arabicPeriod"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Nomina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 (kata benda)		: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rumah, kucing, nasi</a:t>
            </a:r>
            <a:endParaRPr lang="en-US" altLang="en-US" sz="2700" b="1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defTabSz="914400" eaLnBrk="1" hangingPunct="1">
              <a:buFont typeface="Century Schoolbook" panose="02040604050505020304" pitchFamily="18" charset="0"/>
              <a:buAutoNum type="arabicPeriod"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Pronomina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 (kata ganti)	: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aku, itu, apa</a:t>
            </a:r>
            <a:endParaRPr lang="en-US" altLang="en-US" sz="2700" b="1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defTabSz="914400" eaLnBrk="1" hangingPunct="1">
              <a:buFont typeface="Century Schoolbook" panose="02040604050505020304" pitchFamily="18" charset="0"/>
              <a:buAutoNum type="arabicPeriod"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Konjungsi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 (kata hubung)	: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dan, atau, tetapi, jika</a:t>
            </a:r>
            <a:endParaRPr lang="en-US" altLang="en-US" sz="2700" b="1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defTabSz="914400" eaLnBrk="1" hangingPunct="1">
              <a:buFont typeface="Century Schoolbook" panose="02040604050505020304" pitchFamily="18" charset="0"/>
              <a:buAutoNum type="arabicPeriod"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Interjeksi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				: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duh, oh, ya, lho, wow</a:t>
            </a:r>
            <a:endParaRPr lang="en-US" altLang="en-US" sz="2700" b="1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defTabSz="914400" eaLnBrk="1" hangingPunct="1">
              <a:buFont typeface="Century Schoolbook" panose="02040604050505020304" pitchFamily="18" charset="0"/>
              <a:buAutoNum type="arabicPeriod"/>
            </a:pPr>
            <a:endParaRPr lang="en-US" altLang="en-US" sz="2700" b="1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defTabSz="914400" eaLnBrk="1" hangingPunct="1">
              <a:buFont typeface="Century Schoolbook" panose="02040604050505020304" pitchFamily="18" charset="0"/>
              <a:buAutoNum type="arabicPeriod"/>
            </a:pPr>
            <a:endParaRPr lang="en-US" altLang="en-US" sz="2700" b="1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B9C5C58-0915-1CF4-450D-4E3171F65B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PENGIMBUHAN (AFIKSASI)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E30687-C613-B4D1-A32A-AF2628EE9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700" y="2233613"/>
            <a:ext cx="7754938" cy="4305300"/>
          </a:xfrm>
        </p:spPr>
        <p:txBody>
          <a:bodyPr rtlCol="0">
            <a:normAutofit/>
          </a:bodyPr>
          <a:lstStyle/>
          <a:p>
            <a:pPr marL="320040" indent="-320040" eaLnBrk="1" fontAlgn="auto" hangingPunct="1">
              <a:spcBef>
                <a:spcPts val="930"/>
              </a:spcBef>
              <a:spcAft>
                <a:spcPts val="0"/>
              </a:spcAft>
              <a:defRPr/>
            </a:pPr>
            <a:endParaRPr lang="en-US" sz="1100" b="1" dirty="0">
              <a:solidFill>
                <a:schemeClr val="tx2">
                  <a:lumMod val="75000"/>
                  <a:lumOff val="25000"/>
                </a:schemeClr>
              </a:solidFill>
              <a:latin typeface="Tw Cen MT" pitchFamily="34" charset="0"/>
            </a:endParaRPr>
          </a:p>
          <a:p>
            <a:pPr marL="0" indent="0" eaLnBrk="1" fontAlgn="auto" hangingPunct="1"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Ada </a:t>
            </a:r>
            <a:r>
              <a:rPr lang="en-US" sz="2400" b="1" dirty="0" err="1">
                <a:solidFill>
                  <a:schemeClr val="tx1"/>
                </a:solidFill>
                <a:latin typeface="Tw Cen MT" pitchFamily="34" charset="0"/>
              </a:rPr>
              <a:t>berbagai</a:t>
            </a: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w Cen MT" pitchFamily="34" charset="0"/>
              </a:rPr>
              <a:t>macam</a:t>
            </a: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w Cen MT" pitchFamily="34" charset="0"/>
              </a:rPr>
              <a:t>imbuhan</a:t>
            </a: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w Cen MT" pitchFamily="34" charset="0"/>
              </a:rPr>
              <a:t>dalam</a:t>
            </a: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w Cen MT" pitchFamily="34" charset="0"/>
              </a:rPr>
              <a:t>bahasa</a:t>
            </a: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 Indonesia, </a:t>
            </a:r>
          </a:p>
          <a:p>
            <a:pPr marL="0" indent="0" eaLnBrk="1" fontAlgn="auto" hangingPunct="1"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err="1">
                <a:solidFill>
                  <a:schemeClr val="tx1"/>
                </a:solidFill>
                <a:latin typeface="Tw Cen MT" pitchFamily="34" charset="0"/>
              </a:rPr>
              <a:t>yakni</a:t>
            </a: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w Cen MT" pitchFamily="34" charset="0"/>
              </a:rPr>
              <a:t>sebagai</a:t>
            </a: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Tw Cen MT" pitchFamily="34" charset="0"/>
              </a:rPr>
              <a:t>berikut</a:t>
            </a: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.</a:t>
            </a:r>
          </a:p>
          <a:p>
            <a:pPr marL="0" indent="0" eaLnBrk="1" fontAlgn="auto" hangingPunct="1"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200" b="1" dirty="0">
              <a:solidFill>
                <a:schemeClr val="tx2">
                  <a:lumMod val="75000"/>
                  <a:lumOff val="25000"/>
                </a:schemeClr>
              </a:solidFill>
              <a:latin typeface="Tw Cen MT" pitchFamily="34" charset="0"/>
            </a:endParaRPr>
          </a:p>
          <a:p>
            <a:pPr marL="0" indent="0" eaLnBrk="1" fontAlgn="auto" hangingPunct="1"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err="1">
                <a:solidFill>
                  <a:srgbClr val="FF0000"/>
                </a:solidFill>
                <a:latin typeface="Tw Cen MT" pitchFamily="34" charset="0"/>
              </a:rPr>
              <a:t>Awalan</a:t>
            </a:r>
            <a:r>
              <a:rPr lang="en-US" sz="2400" b="1" dirty="0">
                <a:solidFill>
                  <a:srgbClr val="FF0000"/>
                </a:solidFill>
                <a:latin typeface="Tw Cen MT" pitchFamily="34" charset="0"/>
              </a:rPr>
              <a:t>/</a:t>
            </a:r>
            <a:r>
              <a:rPr lang="en-US" sz="2400" b="1" dirty="0" err="1">
                <a:solidFill>
                  <a:srgbClr val="FF0000"/>
                </a:solidFill>
                <a:latin typeface="Tw Cen MT" pitchFamily="34" charset="0"/>
              </a:rPr>
              <a:t>prefiks</a:t>
            </a: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: 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ber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-, per-, me-, di-, 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ter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-, 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ke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-, se-, 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peng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-</a:t>
            </a:r>
          </a:p>
          <a:p>
            <a:pPr marL="0" indent="0" eaLnBrk="1" fontAlgn="auto" hangingPunct="1"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err="1">
                <a:solidFill>
                  <a:srgbClr val="FF0000"/>
                </a:solidFill>
                <a:latin typeface="Tw Cen MT" pitchFamily="34" charset="0"/>
              </a:rPr>
              <a:t>Sisipan</a:t>
            </a:r>
            <a:r>
              <a:rPr lang="en-US" sz="2400" b="1" dirty="0">
                <a:solidFill>
                  <a:srgbClr val="FF0000"/>
                </a:solidFill>
                <a:latin typeface="Tw Cen MT" pitchFamily="34" charset="0"/>
              </a:rPr>
              <a:t>/</a:t>
            </a:r>
            <a:r>
              <a:rPr lang="en-US" sz="2400" b="1" dirty="0" err="1">
                <a:solidFill>
                  <a:srgbClr val="FF0000"/>
                </a:solidFill>
                <a:latin typeface="Tw Cen MT" pitchFamily="34" charset="0"/>
              </a:rPr>
              <a:t>infiks</a:t>
            </a: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: 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-el-, -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em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-, -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er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-, -in-</a:t>
            </a:r>
          </a:p>
          <a:p>
            <a:pPr marL="0" indent="0" eaLnBrk="1" fontAlgn="auto" hangingPunct="1"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err="1">
                <a:solidFill>
                  <a:srgbClr val="FF0000"/>
                </a:solidFill>
                <a:latin typeface="Tw Cen MT" pitchFamily="34" charset="0"/>
              </a:rPr>
              <a:t>Akhiran</a:t>
            </a:r>
            <a:r>
              <a:rPr lang="en-US" sz="2400" b="1" dirty="0">
                <a:solidFill>
                  <a:srgbClr val="FF0000"/>
                </a:solidFill>
                <a:latin typeface="Tw Cen MT" pitchFamily="34" charset="0"/>
              </a:rPr>
              <a:t>/</a:t>
            </a:r>
            <a:r>
              <a:rPr lang="en-US" sz="2400" b="1" dirty="0" err="1">
                <a:solidFill>
                  <a:srgbClr val="FF0000"/>
                </a:solidFill>
                <a:latin typeface="Tw Cen MT" pitchFamily="34" charset="0"/>
              </a:rPr>
              <a:t>sufiks</a:t>
            </a: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: 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-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kan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, -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, -an, -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nya</a:t>
            </a:r>
            <a:endParaRPr lang="en-US" sz="2400" b="1" i="1" dirty="0">
              <a:solidFill>
                <a:schemeClr val="tx1"/>
              </a:solidFill>
              <a:latin typeface="Tw Cen MT" pitchFamily="34" charset="0"/>
            </a:endParaRPr>
          </a:p>
          <a:p>
            <a:pPr marL="0" indent="0" eaLnBrk="1" fontAlgn="auto" hangingPunct="1"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err="1">
                <a:solidFill>
                  <a:srgbClr val="FF0000"/>
                </a:solidFill>
                <a:latin typeface="Tw Cen MT" pitchFamily="34" charset="0"/>
              </a:rPr>
              <a:t>Gabungan</a:t>
            </a:r>
            <a:r>
              <a:rPr lang="en-US" sz="2400" b="1" dirty="0">
                <a:solidFill>
                  <a:srgbClr val="FF0000"/>
                </a:solidFill>
                <a:latin typeface="Tw Cen MT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w Cen MT" pitchFamily="34" charset="0"/>
              </a:rPr>
              <a:t>imbuhan</a:t>
            </a:r>
            <a:r>
              <a:rPr lang="en-US" sz="2400" b="1" dirty="0">
                <a:solidFill>
                  <a:schemeClr val="tx1"/>
                </a:solidFill>
                <a:latin typeface="Tw Cen MT" pitchFamily="34" charset="0"/>
              </a:rPr>
              <a:t>: 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ber-kan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, 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ber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-an, 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pe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-an, per-an,</a:t>
            </a:r>
            <a:r>
              <a:rPr lang="en-US" sz="24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Tw Cen MT" pitchFamily="34" charset="0"/>
              </a:rPr>
              <a:t> </a:t>
            </a:r>
          </a:p>
          <a:p>
            <a:pPr marL="0" indent="0" eaLnBrk="1" fontAlgn="auto" hangingPunct="1">
              <a:spcBef>
                <a:spcPts val="93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per-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, me-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kan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, me-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, 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memper-i</a:t>
            </a:r>
            <a:r>
              <a:rPr lang="en-US" sz="2400" b="1" i="1" dirty="0">
                <a:solidFill>
                  <a:schemeClr val="tx1"/>
                </a:solidFill>
                <a:latin typeface="Tw Cen MT" pitchFamily="34" charset="0"/>
              </a:rPr>
              <a:t>, </a:t>
            </a:r>
            <a:r>
              <a:rPr lang="en-US" sz="2400" b="1" i="1" dirty="0" err="1">
                <a:solidFill>
                  <a:schemeClr val="tx1"/>
                </a:solidFill>
                <a:latin typeface="Tw Cen MT" pitchFamily="34" charset="0"/>
              </a:rPr>
              <a:t>memper-kan</a:t>
            </a:r>
            <a:endParaRPr lang="en-US" sz="2400" b="1" dirty="0">
              <a:solidFill>
                <a:schemeClr val="tx1"/>
              </a:solidFill>
              <a:latin typeface="Tw Cen MT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1CBE6021-F81A-7184-CB76-4D556304B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687388"/>
            <a:ext cx="8229600" cy="81756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9000"/>
              </a:lnSpc>
            </a:pPr>
            <a:r>
              <a:rPr lang="en-US" altLang="en-US" sz="4400" b="1" i="1">
                <a:latin typeface="Century Schoolbook" panose="02040604050505020304" pitchFamily="18" charset="0"/>
              </a:rPr>
              <a:t>ajar</a:t>
            </a:r>
          </a:p>
        </p:txBody>
      </p:sp>
      <p:sp>
        <p:nvSpPr>
          <p:cNvPr id="21507" name="Text Placeholder 3">
            <a:extLst>
              <a:ext uri="{FF2B5EF4-FFF2-40B4-BE49-F238E27FC236}">
                <a16:creationId xmlns:a16="http://schemas.microsoft.com/office/drawing/2014/main" id="{D764A71B-B2CF-0CAA-BE64-6AAC41A11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1776413"/>
            <a:ext cx="4040187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2000">
                <a:solidFill>
                  <a:srgbClr val="474B57"/>
                </a:solidFill>
                <a:latin typeface="Calibri" panose="020F0502020204030204" pitchFamily="34" charset="0"/>
              </a:defRPr>
            </a:lvl1pPr>
            <a:lvl2pPr marL="639763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>
                <a:solidFill>
                  <a:srgbClr val="474B57"/>
                </a:solidFill>
                <a:latin typeface="Calibri" panose="020F0502020204030204" pitchFamily="34" charset="0"/>
              </a:defRPr>
            </a:lvl2pPr>
            <a:lvl3pPr marL="95885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600" i="1">
                <a:solidFill>
                  <a:srgbClr val="474B57"/>
                </a:solidFill>
                <a:latin typeface="Calibri" panose="020F0502020204030204" pitchFamily="34" charset="0"/>
              </a:defRPr>
            </a:lvl3pPr>
            <a:lvl4pPr marL="1279525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>
                <a:solidFill>
                  <a:srgbClr val="474B57"/>
                </a:solidFill>
                <a:latin typeface="Calibri" panose="020F0502020204030204" pitchFamily="34" charset="0"/>
              </a:defRPr>
            </a:lvl4pPr>
            <a:lvl5pPr marL="160020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5pPr>
            <a:lvl6pPr marL="20574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6pPr>
            <a:lvl7pPr marL="25146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7pPr>
            <a:lvl8pPr marL="29718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8pPr>
            <a:lvl9pPr marL="34290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buFont typeface="Corbel" panose="020B0503020204020204" pitchFamily="34" charset="0"/>
              <a:buNone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Verba (kata kerja)</a:t>
            </a:r>
          </a:p>
        </p:txBody>
      </p:sp>
      <p:sp>
        <p:nvSpPr>
          <p:cNvPr id="21508" name="Content Placeholder 4">
            <a:extLst>
              <a:ext uri="{FF2B5EF4-FFF2-40B4-BE49-F238E27FC236}">
                <a16:creationId xmlns:a16="http://schemas.microsoft.com/office/drawing/2014/main" id="{FE6329E3-CFD7-1A22-D85C-21B761D83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2095500"/>
            <a:ext cx="4040187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6075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2000">
                <a:solidFill>
                  <a:srgbClr val="474B57"/>
                </a:solidFill>
                <a:latin typeface="Calibri" panose="020F0502020204030204" pitchFamily="34" charset="0"/>
              </a:defRPr>
            </a:lvl1pPr>
            <a:lvl2pPr marL="639763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>
                <a:solidFill>
                  <a:srgbClr val="474B57"/>
                </a:solidFill>
                <a:latin typeface="Calibri" panose="020F0502020204030204" pitchFamily="34" charset="0"/>
              </a:defRPr>
            </a:lvl2pPr>
            <a:lvl3pPr marL="95885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600" i="1">
                <a:solidFill>
                  <a:srgbClr val="474B57"/>
                </a:solidFill>
                <a:latin typeface="Calibri" panose="020F0502020204030204" pitchFamily="34" charset="0"/>
              </a:defRPr>
            </a:lvl3pPr>
            <a:lvl4pPr marL="1279525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>
                <a:solidFill>
                  <a:srgbClr val="474B57"/>
                </a:solidFill>
                <a:latin typeface="Calibri" panose="020F0502020204030204" pitchFamily="34" charset="0"/>
              </a:defRPr>
            </a:lvl4pPr>
            <a:lvl5pPr marL="160020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5pPr>
            <a:lvl6pPr marL="20574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6pPr>
            <a:lvl7pPr marL="25146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7pPr>
            <a:lvl8pPr marL="29718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8pPr>
            <a:lvl9pPr marL="34290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000" i="1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defTabSz="91440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i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, 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kan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,</a:t>
            </a:r>
          </a:p>
          <a:p>
            <a:pPr defTabSz="91440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meng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ajar,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meng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i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meng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kan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,</a:t>
            </a:r>
          </a:p>
          <a:p>
            <a:pPr defTabSz="91440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bel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ajar,</a:t>
            </a:r>
          </a:p>
          <a:p>
            <a:pPr defTabSz="91440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di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i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di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kan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,</a:t>
            </a:r>
          </a:p>
          <a:p>
            <a:pPr defTabSz="91440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pel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i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mempel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i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dipel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i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,</a:t>
            </a:r>
          </a:p>
          <a:p>
            <a:pPr defTabSz="91440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ter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i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ter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kan</a:t>
            </a:r>
          </a:p>
        </p:txBody>
      </p:sp>
      <p:sp>
        <p:nvSpPr>
          <p:cNvPr id="21509" name="Text Placeholder 5">
            <a:extLst>
              <a:ext uri="{FF2B5EF4-FFF2-40B4-BE49-F238E27FC236}">
                <a16:creationId xmlns:a16="http://schemas.microsoft.com/office/drawing/2014/main" id="{F0B7B010-7EE3-FC13-F2B6-B7A7D9406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800" y="1776413"/>
            <a:ext cx="40417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2000">
                <a:solidFill>
                  <a:srgbClr val="474B57"/>
                </a:solidFill>
                <a:latin typeface="Calibri" panose="020F0502020204030204" pitchFamily="34" charset="0"/>
              </a:defRPr>
            </a:lvl1pPr>
            <a:lvl2pPr marL="639763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>
                <a:solidFill>
                  <a:srgbClr val="474B57"/>
                </a:solidFill>
                <a:latin typeface="Calibri" panose="020F0502020204030204" pitchFamily="34" charset="0"/>
              </a:defRPr>
            </a:lvl2pPr>
            <a:lvl3pPr marL="95885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600" i="1">
                <a:solidFill>
                  <a:srgbClr val="474B57"/>
                </a:solidFill>
                <a:latin typeface="Calibri" panose="020F0502020204030204" pitchFamily="34" charset="0"/>
              </a:defRPr>
            </a:lvl3pPr>
            <a:lvl4pPr marL="1279525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>
                <a:solidFill>
                  <a:srgbClr val="474B57"/>
                </a:solidFill>
                <a:latin typeface="Calibri" panose="020F0502020204030204" pitchFamily="34" charset="0"/>
              </a:defRPr>
            </a:lvl4pPr>
            <a:lvl5pPr marL="160020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5pPr>
            <a:lvl6pPr marL="20574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6pPr>
            <a:lvl7pPr marL="25146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7pPr>
            <a:lvl8pPr marL="29718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8pPr>
            <a:lvl9pPr marL="34290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buFont typeface="Corbel" panose="020B0503020204020204" pitchFamily="34" charset="0"/>
              <a:buNone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Nomina (kata benda)</a:t>
            </a:r>
          </a:p>
        </p:txBody>
      </p:sp>
      <p:sp>
        <p:nvSpPr>
          <p:cNvPr id="21510" name="Content Placeholder 6">
            <a:extLst>
              <a:ext uri="{FF2B5EF4-FFF2-40B4-BE49-F238E27FC236}">
                <a16:creationId xmlns:a16="http://schemas.microsoft.com/office/drawing/2014/main" id="{75A3A08B-E5D9-DDC5-F5BE-7FBA39832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0" y="2095500"/>
            <a:ext cx="4041775" cy="395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2000">
                <a:solidFill>
                  <a:srgbClr val="474B57"/>
                </a:solidFill>
                <a:latin typeface="Calibri" panose="020F0502020204030204" pitchFamily="34" charset="0"/>
              </a:defRPr>
            </a:lvl1pPr>
            <a:lvl2pPr marL="639763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>
                <a:solidFill>
                  <a:srgbClr val="474B57"/>
                </a:solidFill>
                <a:latin typeface="Calibri" panose="020F0502020204030204" pitchFamily="34" charset="0"/>
              </a:defRPr>
            </a:lvl2pPr>
            <a:lvl3pPr marL="95885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600" i="1">
                <a:solidFill>
                  <a:srgbClr val="474B57"/>
                </a:solidFill>
                <a:latin typeface="Calibri" panose="020F0502020204030204" pitchFamily="34" charset="0"/>
              </a:defRPr>
            </a:lvl3pPr>
            <a:lvl4pPr marL="1279525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>
                <a:solidFill>
                  <a:srgbClr val="474B57"/>
                </a:solidFill>
                <a:latin typeface="Calibri" panose="020F0502020204030204" pitchFamily="34" charset="0"/>
              </a:defRPr>
            </a:lvl4pPr>
            <a:lvl5pPr marL="160020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5pPr>
            <a:lvl6pPr marL="20574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6pPr>
            <a:lvl7pPr marL="25146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7pPr>
            <a:lvl8pPr marL="29718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8pPr>
            <a:lvl9pPr marL="34290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buFont typeface="Arial" panose="020B0604020202020204" pitchFamily="34" charset="0"/>
              <a:buNone/>
            </a:pPr>
            <a:endParaRPr lang="en-US" altLang="en-US" sz="1000" i="1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an</a:t>
            </a:r>
          </a:p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pel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</a:p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peng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</a:p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pel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an</a:t>
            </a:r>
          </a:p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peng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an</a:t>
            </a:r>
          </a:p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pembel</a:t>
            </a:r>
            <a:r>
              <a:rPr lang="en-US" altLang="en-US" sz="2700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2709715B-396A-B248-12E7-9E834B814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687388"/>
            <a:ext cx="8229600" cy="81756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9000"/>
              </a:lnSpc>
            </a:pPr>
            <a:r>
              <a:rPr lang="en-US" altLang="en-US" sz="4400" b="1">
                <a:latin typeface="Century Schoolbook" panose="02040604050505020304" pitchFamily="18" charset="0"/>
              </a:rPr>
              <a:t>Catatan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7B013-9FFD-C151-1D90-5DBD9579CCB3}"/>
              </a:ext>
            </a:extLst>
          </p:cNvPr>
          <p:cNvSpPr txBox="1">
            <a:spLocks/>
          </p:cNvSpPr>
          <p:nvPr/>
        </p:nvSpPr>
        <p:spPr>
          <a:xfrm>
            <a:off x="4729163" y="1824038"/>
            <a:ext cx="6324600" cy="48006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19088" indent="-319088" algn="l" rtl="0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2000" kern="1200">
                <a:solidFill>
                  <a:srgbClr val="474B57"/>
                </a:solidFill>
                <a:latin typeface="+mn-lt"/>
                <a:ea typeface="+mn-ea"/>
                <a:cs typeface="+mn-cs"/>
              </a:defRPr>
            </a:lvl1pPr>
            <a:lvl2pPr marL="639763" indent="-319088" algn="l" rtl="0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kern="1200">
                <a:solidFill>
                  <a:srgbClr val="474B57"/>
                </a:solidFill>
                <a:latin typeface="+mn-lt"/>
                <a:ea typeface="+mn-ea"/>
                <a:cs typeface="+mn-cs"/>
              </a:defRPr>
            </a:lvl2pPr>
            <a:lvl3pPr marL="958850" indent="-319088" algn="l" rtl="0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600" i="1" kern="1200">
                <a:solidFill>
                  <a:srgbClr val="474B57"/>
                </a:solidFill>
                <a:latin typeface="+mn-lt"/>
                <a:ea typeface="+mn-ea"/>
                <a:cs typeface="+mn-cs"/>
              </a:defRPr>
            </a:lvl3pPr>
            <a:lvl4pPr marL="1279525" indent="-319088" algn="l" rtl="0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kern="1200">
                <a:solidFill>
                  <a:srgbClr val="474B57"/>
                </a:solidFill>
                <a:latin typeface="+mn-lt"/>
                <a:ea typeface="+mn-ea"/>
                <a:cs typeface="+mn-cs"/>
              </a:defRPr>
            </a:lvl4pPr>
            <a:lvl5pPr marL="1600200" indent="-319088" algn="l" rtl="0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 kern="1200">
                <a:solidFill>
                  <a:srgbClr val="474B57"/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fontAlgn="auto">
              <a:spcAft>
                <a:spcPts val="0"/>
              </a:spcAft>
              <a:defRPr/>
            </a:pP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Imbuhan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yang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harus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digunakan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bergantung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pada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keperluan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penggunaannya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dalam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kalimat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.</a:t>
            </a:r>
          </a:p>
          <a:p>
            <a:pPr defTabSz="914400" fontAlgn="auto">
              <a:spcAft>
                <a:spcPts val="0"/>
              </a:spcAft>
              <a:defRPr/>
            </a:pPr>
            <a:endParaRPr lang="en-US" sz="1000" dirty="0">
              <a:solidFill>
                <a:schemeClr val="tx1"/>
              </a:solidFill>
              <a:latin typeface="Tw Cen MT" pitchFamily="34" charset="0"/>
            </a:endParaRPr>
          </a:p>
          <a:p>
            <a:pPr defTabSz="914400" fontAlgn="auto">
              <a:spcAft>
                <a:spcPts val="0"/>
              </a:spcAft>
              <a:defRPr/>
            </a:pP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Untuk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keperluan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pembentukan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kalimat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itu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,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sering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pula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sebuah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kata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dasar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atau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bentuk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dasar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yang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sudah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diberi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imbuhan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dibubuhi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pula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dengan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imbuhan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lain,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misal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:</a:t>
            </a:r>
          </a:p>
          <a:p>
            <a:pPr marL="0" indent="0" defTabSz="91440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700" b="1" i="1" dirty="0">
                <a:latin typeface="Tw Cen MT" pitchFamily="34" charset="0"/>
              </a:rPr>
              <a:t>   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</a:rPr>
              <a:t>henti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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ber</a:t>
            </a:r>
            <a:r>
              <a:rPr lang="en-US" sz="27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henti</a:t>
            </a:r>
            <a:r>
              <a:rPr lang="en-US" sz="2700" i="1" dirty="0">
                <a:latin typeface="Tw Cen MT" pitchFamily="34" charset="0"/>
                <a:sym typeface="Wingdings" pitchFamily="2" charset="2"/>
              </a:rPr>
              <a:t> 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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mem</a:t>
            </a:r>
            <a:r>
              <a:rPr lang="en-US" sz="27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berhenti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kan</a:t>
            </a:r>
            <a:endParaRPr lang="en-US" sz="2700" b="1" i="1" dirty="0">
              <a:solidFill>
                <a:schemeClr val="tx1"/>
              </a:solidFill>
              <a:latin typeface="Tw Cen MT" pitchFamily="34" charset="0"/>
              <a:sym typeface="Wingdings" pitchFamily="2" charset="2"/>
            </a:endParaRPr>
          </a:p>
          <a:p>
            <a:pPr marL="0" indent="0" defTabSz="91440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700" i="1" dirty="0">
                <a:latin typeface="Tw Cen MT" pitchFamily="34" charset="0"/>
                <a:sym typeface="Wingdings" pitchFamily="2" charset="2"/>
              </a:rPr>
              <a:t>   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kerja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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be</a:t>
            </a:r>
            <a:r>
              <a:rPr lang="en-US" sz="27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kerja</a:t>
            </a:r>
            <a:r>
              <a:rPr lang="en-US" sz="2700" i="1" dirty="0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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di</a:t>
            </a:r>
            <a:r>
              <a:rPr lang="en-US" sz="27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bekerja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kan</a:t>
            </a:r>
            <a:endParaRPr lang="en-US" sz="2700" b="1" i="1" dirty="0">
              <a:solidFill>
                <a:schemeClr val="tx1"/>
              </a:solidFill>
              <a:latin typeface="Tw Cen MT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F8F3DCB0-9188-AAED-C6AE-FB0727FA2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687388"/>
            <a:ext cx="8229600" cy="81756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9000"/>
              </a:lnSpc>
            </a:pPr>
            <a:r>
              <a:rPr lang="en-US" altLang="en-US" sz="4400" b="1">
                <a:latin typeface="Century Schoolbook" panose="02040604050505020304" pitchFamily="18" charset="0"/>
              </a:rPr>
              <a:t>Catatan: KTSP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4A1E609-BE40-EFF0-5289-8A27B410265C}"/>
              </a:ext>
            </a:extLst>
          </p:cNvPr>
          <p:cNvSpPr txBox="1">
            <a:spLocks/>
          </p:cNvSpPr>
          <p:nvPr/>
        </p:nvSpPr>
        <p:spPr>
          <a:xfrm>
            <a:off x="3376613" y="1890713"/>
            <a:ext cx="8229600" cy="4279900"/>
          </a:xfrm>
          <a:prstGeom prst="rect">
            <a:avLst/>
          </a:prstGeom>
        </p:spPr>
        <p:txBody>
          <a:bodyPr/>
          <a:lstStyle>
            <a:lvl1pPr marL="3200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600" i="1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801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Kaidah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umum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perubahan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bunyi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yang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berlaku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,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yaitu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apabila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kata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dasar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yang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diawali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oleh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konsonan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w Cen MT" pitchFamily="34" charset="0"/>
              </a:rPr>
              <a:t>k</a:t>
            </a:r>
            <a:r>
              <a:rPr lang="en-US" sz="2800" b="1" dirty="0">
                <a:latin typeface="Tw Cen MT" pitchFamily="34" charset="0"/>
              </a:rPr>
              <a:t>, </a:t>
            </a:r>
            <a:r>
              <a:rPr lang="en-US" sz="2800" b="1" dirty="0">
                <a:solidFill>
                  <a:srgbClr val="FF0000"/>
                </a:solidFill>
                <a:latin typeface="Tw Cen MT" pitchFamily="34" charset="0"/>
              </a:rPr>
              <a:t>t</a:t>
            </a:r>
            <a:r>
              <a:rPr lang="en-US" sz="2800" b="1" dirty="0">
                <a:latin typeface="Tw Cen MT" pitchFamily="34" charset="0"/>
              </a:rPr>
              <a:t>, </a:t>
            </a:r>
            <a:r>
              <a:rPr lang="en-US" sz="2800" b="1" dirty="0">
                <a:solidFill>
                  <a:srgbClr val="FF0000"/>
                </a:solidFill>
                <a:latin typeface="Tw Cen MT" pitchFamily="34" charset="0"/>
              </a:rPr>
              <a:t>s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,</a:t>
            </a:r>
            <a:r>
              <a:rPr lang="en-US" sz="2800" b="1" dirty="0">
                <a:latin typeface="Tw Cen MT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w Cen MT" pitchFamily="34" charset="0"/>
              </a:rPr>
              <a:t>p</a:t>
            </a:r>
            <a:r>
              <a:rPr lang="en-US" sz="2800" b="1" dirty="0">
                <a:latin typeface="Tw Cen MT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mendapat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awalan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800" b="1" i="1" dirty="0">
                <a:solidFill>
                  <a:schemeClr val="tx1"/>
                </a:solidFill>
                <a:latin typeface="Tw Cen MT" pitchFamily="34" charset="0"/>
              </a:rPr>
              <a:t>me- 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dan </a:t>
            </a:r>
            <a:r>
              <a:rPr lang="en-US" sz="2800" b="1" i="1" dirty="0">
                <a:solidFill>
                  <a:schemeClr val="tx1"/>
                </a:solidFill>
                <a:latin typeface="Tw Cen MT" pitchFamily="34" charset="0"/>
              </a:rPr>
              <a:t>pe-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,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konsonan-konsonan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Tw Cen MT" pitchFamily="34" charset="0"/>
              </a:rPr>
              <a:t>tersebut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w Cen MT" pitchFamily="34" charset="0"/>
              </a:rPr>
              <a:t>mengalami</a:t>
            </a:r>
            <a:r>
              <a:rPr lang="en-US" sz="2800" b="1" dirty="0">
                <a:solidFill>
                  <a:srgbClr val="FF0000"/>
                </a:solidFill>
                <a:latin typeface="Tw Cen MT" pitchFamily="34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w Cen MT" pitchFamily="34" charset="0"/>
              </a:rPr>
              <a:t>peluluhan</a:t>
            </a:r>
            <a:r>
              <a:rPr lang="en-US" sz="2800" b="1" dirty="0">
                <a:latin typeface="Tw Cen MT" pitchFamily="34" charset="0"/>
              </a:rPr>
              <a:t>. </a:t>
            </a:r>
          </a:p>
          <a:p>
            <a:pPr fontAlgn="auto">
              <a:spcAft>
                <a:spcPts val="0"/>
              </a:spcAft>
              <a:defRPr/>
            </a:pPr>
            <a:endParaRPr lang="en-US" sz="1200" b="1" dirty="0">
              <a:latin typeface="Tw Cen MT" pitchFamily="34" charset="0"/>
            </a:endParaRP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800" b="1" i="1" dirty="0">
                <a:latin typeface="Tw Cen MT" pitchFamily="34" charset="0"/>
              </a:rPr>
              <a:t>    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</a:rPr>
              <a:t>karang</a:t>
            </a:r>
            <a:r>
              <a:rPr lang="en-US" sz="2800" b="1" i="1" dirty="0">
                <a:latin typeface="Tw Cen MT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</a:t>
            </a:r>
            <a:r>
              <a:rPr lang="en-US" sz="2800" b="1" i="1" dirty="0">
                <a:latin typeface="Tw Cen MT" pitchFamily="34" charset="0"/>
                <a:sym typeface="Wingdings" pitchFamily="2" charset="2"/>
              </a:rPr>
              <a:t> 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me</a:t>
            </a:r>
            <a:r>
              <a:rPr lang="en-US" sz="28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ng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arang</a:t>
            </a:r>
            <a:r>
              <a:rPr lang="en-US" sz="28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, 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pe</a:t>
            </a:r>
            <a:r>
              <a:rPr lang="en-US" sz="28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ng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arang</a:t>
            </a:r>
            <a:endParaRPr lang="en-US" sz="2800" b="1" i="1" dirty="0">
              <a:solidFill>
                <a:schemeClr val="tx1"/>
              </a:solidFill>
              <a:latin typeface="Tw Cen MT" pitchFamily="34" charset="0"/>
              <a:sym typeface="Wingdings" pitchFamily="2" charset="2"/>
            </a:endParaRP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800" b="1" i="1" dirty="0">
                <a:latin typeface="Tw Cen MT" pitchFamily="34" charset="0"/>
                <a:sym typeface="Wingdings" pitchFamily="2" charset="2"/>
              </a:rPr>
              <a:t>    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tulis</a:t>
            </a:r>
            <a:r>
              <a:rPr lang="en-US" sz="28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 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me</a:t>
            </a:r>
            <a:r>
              <a:rPr lang="en-US" sz="28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n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ulis</a:t>
            </a:r>
            <a:r>
              <a:rPr lang="en-US" sz="28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, 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pe</a:t>
            </a:r>
            <a:r>
              <a:rPr lang="en-US" sz="28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n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ulis</a:t>
            </a:r>
            <a:endParaRPr lang="en-US" sz="2800" b="1" i="1" dirty="0">
              <a:solidFill>
                <a:schemeClr val="tx1"/>
              </a:solidFill>
              <a:latin typeface="Tw Cen MT" pitchFamily="34" charset="0"/>
              <a:sym typeface="Wingdings" pitchFamily="2" charset="2"/>
            </a:endParaRP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800" b="1" i="1" dirty="0">
                <a:latin typeface="Tw Cen MT" pitchFamily="34" charset="0"/>
                <a:sym typeface="Wingdings" pitchFamily="2" charset="2"/>
              </a:rPr>
              <a:t>    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survei</a:t>
            </a:r>
            <a:r>
              <a:rPr lang="en-US" sz="28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 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me</a:t>
            </a:r>
            <a:r>
              <a:rPr lang="en-US" sz="28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ny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urvei</a:t>
            </a:r>
            <a:r>
              <a:rPr lang="en-US" sz="28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, 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pe</a:t>
            </a:r>
            <a:r>
              <a:rPr lang="en-US" sz="28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ny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urvei</a:t>
            </a:r>
            <a:endParaRPr lang="en-US" sz="2800" b="1" i="1" dirty="0">
              <a:solidFill>
                <a:schemeClr val="tx1"/>
              </a:solidFill>
              <a:latin typeface="Tw Cen MT" pitchFamily="34" charset="0"/>
              <a:sym typeface="Wingdings" pitchFamily="2" charset="2"/>
            </a:endParaRPr>
          </a:p>
          <a:p>
            <a:pPr marL="0" indent="0" fontAlgn="auto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800" b="1" i="1" dirty="0">
                <a:latin typeface="Tw Cen MT" pitchFamily="34" charset="0"/>
                <a:sym typeface="Wingdings" pitchFamily="2" charset="2"/>
              </a:rPr>
              <a:t>    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putar</a:t>
            </a:r>
            <a:r>
              <a:rPr lang="en-US" sz="28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 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me</a:t>
            </a:r>
            <a:r>
              <a:rPr lang="en-US" sz="28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m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utar</a:t>
            </a:r>
            <a:r>
              <a:rPr lang="en-US" sz="28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, 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pe</a:t>
            </a:r>
            <a:r>
              <a:rPr lang="en-US" sz="28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m</a:t>
            </a:r>
            <a:r>
              <a:rPr lang="en-US" sz="28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utar</a:t>
            </a:r>
            <a:endParaRPr lang="en-US" sz="2800" b="1" i="1" dirty="0">
              <a:solidFill>
                <a:schemeClr val="tx1"/>
              </a:solidFill>
              <a:latin typeface="Tw Cen MT" pitchFamily="34" charset="0"/>
            </a:endParaRPr>
          </a:p>
          <a:p>
            <a:pPr marL="0" indent="0" fontAlgn="auto"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endParaRPr lang="en-US" altLang="en-US" sz="2800" b="1" dirty="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D12EE144-4214-CCC4-171A-60C1C5A69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687388"/>
            <a:ext cx="8229600" cy="81756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9000"/>
              </a:lnSpc>
            </a:pPr>
            <a:r>
              <a:rPr lang="en-US" altLang="en-US" sz="4400" b="1">
                <a:latin typeface="Century Schoolbook" panose="02040604050505020304" pitchFamily="18" charset="0"/>
              </a:rPr>
              <a:t>Catatan: Kr, Tr, Sp, Pr</a:t>
            </a:r>
          </a:p>
        </p:txBody>
      </p:sp>
      <p:sp>
        <p:nvSpPr>
          <p:cNvPr id="24579" name="Text Placeholder 3">
            <a:extLst>
              <a:ext uri="{FF2B5EF4-FFF2-40B4-BE49-F238E27FC236}">
                <a16:creationId xmlns:a16="http://schemas.microsoft.com/office/drawing/2014/main" id="{09921746-DC5C-28DA-3201-DF842F4C4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1890713"/>
            <a:ext cx="8229600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2000">
                <a:solidFill>
                  <a:srgbClr val="474B57"/>
                </a:solidFill>
                <a:latin typeface="Calibri" panose="020F0502020204030204" pitchFamily="34" charset="0"/>
              </a:defRPr>
            </a:lvl1pPr>
            <a:lvl2pPr marL="639763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>
                <a:solidFill>
                  <a:srgbClr val="474B57"/>
                </a:solidFill>
                <a:latin typeface="Calibri" panose="020F0502020204030204" pitchFamily="34" charset="0"/>
              </a:defRPr>
            </a:lvl2pPr>
            <a:lvl3pPr marL="95885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600" i="1">
                <a:solidFill>
                  <a:srgbClr val="474B57"/>
                </a:solidFill>
                <a:latin typeface="Calibri" panose="020F0502020204030204" pitchFamily="34" charset="0"/>
              </a:defRPr>
            </a:lvl3pPr>
            <a:lvl4pPr marL="1279525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>
                <a:solidFill>
                  <a:srgbClr val="474B57"/>
                </a:solidFill>
                <a:latin typeface="Calibri" panose="020F0502020204030204" pitchFamily="34" charset="0"/>
              </a:defRPr>
            </a:lvl4pPr>
            <a:lvl5pPr marL="160020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5pPr>
            <a:lvl6pPr marL="20574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6pPr>
            <a:lvl7pPr marL="25146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7pPr>
            <a:lvl8pPr marL="29718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8pPr>
            <a:lvl9pPr marL="34290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buFont typeface="Corbel" panose="020B0503020204020204" pitchFamily="34" charset="0"/>
              <a:buNone/>
            </a:pPr>
            <a:endParaRPr lang="en-US" altLang="en-US" sz="2800" b="1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E94F5C-E710-B60B-8168-16CE24B73A59}"/>
              </a:ext>
            </a:extLst>
          </p:cNvPr>
          <p:cNvSpPr txBox="1">
            <a:spLocks/>
          </p:cNvSpPr>
          <p:nvPr/>
        </p:nvSpPr>
        <p:spPr>
          <a:xfrm>
            <a:off x="4011613" y="1890713"/>
            <a:ext cx="7594600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3200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400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600" i="1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801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2024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4028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6032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880360" indent="-320040" algn="l" defTabSz="914400" rtl="0" eaLnBrk="1" latinLnBrk="0" hangingPunct="1">
              <a:lnSpc>
                <a:spcPct val="111000"/>
              </a:lnSpc>
              <a:spcBef>
                <a:spcPts val="930"/>
              </a:spcBef>
              <a:buFont typeface="Corbel" panose="020B0503020204020204" pitchFamily="34" charset="0"/>
              <a:buChar char="–"/>
              <a:defRPr sz="1400" i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Corbel" panose="020B0503020204020204" pitchFamily="34" charset="0"/>
              <a:buNone/>
              <a:defRPr/>
            </a:pP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Kata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dasar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yang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diawali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oleh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gugus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konsonan</a:t>
            </a:r>
            <a:r>
              <a:rPr lang="en-US" sz="2700" b="1" dirty="0"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</a:rPr>
              <a:t>kr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,</a:t>
            </a:r>
            <a:r>
              <a:rPr lang="en-US" sz="2700" b="1" dirty="0">
                <a:latin typeface="Tw Cen MT" pitchFamily="34" charset="0"/>
              </a:rPr>
              <a:t> </a:t>
            </a:r>
            <a:r>
              <a:rPr lang="en-US" sz="2700" b="1" dirty="0">
                <a:solidFill>
                  <a:srgbClr val="FF0000"/>
                </a:solidFill>
                <a:latin typeface="Tw Cen MT" pitchFamily="34" charset="0"/>
              </a:rPr>
              <a:t>tr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,</a:t>
            </a:r>
            <a:r>
              <a:rPr lang="en-US" sz="2700" b="1" dirty="0"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</a:rPr>
              <a:t>st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,</a:t>
            </a:r>
            <a:r>
              <a:rPr lang="en-US" sz="2700" b="1" dirty="0"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dll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.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jika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mendapat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awalan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</a:rPr>
              <a:t>me- 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dan 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</a:rPr>
              <a:t>pe-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,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konsonan-konsonan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tersebut</a:t>
            </a:r>
            <a:r>
              <a:rPr lang="en-US" sz="2700" b="1" dirty="0"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</a:rPr>
              <a:t>tidak</a:t>
            </a:r>
            <a:r>
              <a:rPr lang="en-US" sz="2700" b="1" dirty="0"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</a:rPr>
              <a:t>mengalami</a:t>
            </a:r>
            <a:r>
              <a:rPr lang="en-US" sz="2700" b="1" dirty="0">
                <a:solidFill>
                  <a:srgbClr val="FF0000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rgbClr val="FF0000"/>
                </a:solidFill>
                <a:latin typeface="Tw Cen MT" pitchFamily="34" charset="0"/>
              </a:rPr>
              <a:t>peluluhan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,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kecuali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pr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yang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mendapat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 err="1">
                <a:solidFill>
                  <a:schemeClr val="tx1"/>
                </a:solidFill>
                <a:latin typeface="Tw Cen MT" pitchFamily="34" charset="0"/>
              </a:rPr>
              <a:t>awalan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</a:rPr>
              <a:t>pe-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</a:rPr>
              <a:t>.</a:t>
            </a:r>
            <a:r>
              <a:rPr lang="en-US" sz="2700" b="1" dirty="0">
                <a:latin typeface="Tw Cen MT" pitchFamily="34" charset="0"/>
              </a:rPr>
              <a:t>  </a:t>
            </a:r>
          </a:p>
          <a:p>
            <a:pPr fontAlgn="auto">
              <a:spcAft>
                <a:spcPts val="0"/>
              </a:spcAft>
              <a:defRPr/>
            </a:pPr>
            <a:endParaRPr lang="en-US" sz="1200" b="1" dirty="0">
              <a:latin typeface="Tw Cen MT" pitchFamily="34" charset="0"/>
            </a:endParaRP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700" b="1" i="1" dirty="0">
                <a:latin typeface="Tw Cen MT" pitchFamily="34" charset="0"/>
              </a:rPr>
              <a:t>   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</a:rPr>
              <a:t>kritik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</a:rPr>
              <a:t> 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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meng</a:t>
            </a:r>
            <a:r>
              <a:rPr lang="en-US" sz="27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kr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itik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,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peng</a:t>
            </a:r>
            <a:r>
              <a:rPr lang="en-US" sz="27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kr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itik</a:t>
            </a:r>
            <a:endParaRPr lang="en-US" sz="2700" b="1" i="1" dirty="0">
              <a:solidFill>
                <a:schemeClr val="tx1"/>
              </a:solidFill>
              <a:latin typeface="Tw Cen MT" pitchFamily="34" charset="0"/>
              <a:sym typeface="Wingdings" pitchFamily="2" charset="2"/>
            </a:endParaRP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700" b="1" i="1" dirty="0">
                <a:latin typeface="Tw Cen MT" pitchFamily="34" charset="0"/>
                <a:sym typeface="Wingdings" pitchFamily="2" charset="2"/>
              </a:rPr>
              <a:t>   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traktir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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men</a:t>
            </a:r>
            <a:r>
              <a:rPr lang="en-US" sz="27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tr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aktir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,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pen</a:t>
            </a:r>
            <a:r>
              <a:rPr lang="en-US" sz="27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tr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aktir</a:t>
            </a:r>
            <a:endParaRPr lang="en-US" sz="2700" b="1" i="1" dirty="0">
              <a:solidFill>
                <a:schemeClr val="tx1"/>
              </a:solidFill>
              <a:latin typeface="Tw Cen MT" pitchFamily="34" charset="0"/>
              <a:sym typeface="Wingdings" pitchFamily="2" charset="2"/>
            </a:endParaRP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700" b="1" i="1" dirty="0">
                <a:latin typeface="Tw Cen MT" pitchFamily="34" charset="0"/>
                <a:sym typeface="Wingdings" pitchFamily="2" charset="2"/>
              </a:rPr>
              <a:t>   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stabil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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men</a:t>
            </a:r>
            <a:r>
              <a:rPr lang="en-US" sz="27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st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abil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(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kan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),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pen</a:t>
            </a:r>
            <a:r>
              <a:rPr lang="en-US" sz="27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st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abil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(an)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700" b="1" i="1" dirty="0">
                <a:latin typeface="Tw Cen MT" pitchFamily="34" charset="0"/>
                <a:sym typeface="Wingdings" pitchFamily="2" charset="2"/>
              </a:rPr>
              <a:t>   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produksi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 </a:t>
            </a:r>
            <a:r>
              <a:rPr lang="en-US" sz="2700" b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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mem</a:t>
            </a:r>
            <a:r>
              <a:rPr lang="en-US" sz="27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pr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oduksi</a:t>
            </a:r>
            <a:r>
              <a:rPr lang="en-US" sz="2700" b="1" i="1" dirty="0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, 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pe</a:t>
            </a:r>
            <a:r>
              <a:rPr lang="en-US" sz="2700" b="1" i="1" dirty="0" err="1">
                <a:solidFill>
                  <a:srgbClr val="FF0000"/>
                </a:solidFill>
                <a:latin typeface="Tw Cen MT" pitchFamily="34" charset="0"/>
                <a:sym typeface="Wingdings" pitchFamily="2" charset="2"/>
              </a:rPr>
              <a:t>m</a:t>
            </a:r>
            <a:r>
              <a:rPr lang="en-US" sz="2700" b="1" i="1" dirty="0" err="1">
                <a:solidFill>
                  <a:schemeClr val="tx1"/>
                </a:solidFill>
                <a:latin typeface="Tw Cen MT" pitchFamily="34" charset="0"/>
                <a:sym typeface="Wingdings" pitchFamily="2" charset="2"/>
              </a:rPr>
              <a:t>roduksi</a:t>
            </a:r>
            <a:endParaRPr lang="en-US" sz="2700" b="1" i="1" dirty="0">
              <a:solidFill>
                <a:schemeClr val="tx1"/>
              </a:solidFill>
              <a:latin typeface="Tw Cen MT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54D81FFA-DA16-F2DD-F7D2-D8DF60891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687388"/>
            <a:ext cx="8229600" cy="81756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9000"/>
              </a:lnSpc>
            </a:pPr>
            <a:r>
              <a:rPr lang="en-US" altLang="en-US" sz="4400" b="1">
                <a:latin typeface="Century Schoolbook" panose="02040604050505020304" pitchFamily="18" charset="0"/>
              </a:rPr>
              <a:t>Catatan: </a:t>
            </a:r>
            <a:r>
              <a:rPr lang="en-US" altLang="en-US" sz="4400" b="1" i="1">
                <a:latin typeface="Century Schoolbook" panose="02040604050505020304" pitchFamily="18" charset="0"/>
              </a:rPr>
              <a:t>ber-, ter-</a:t>
            </a:r>
          </a:p>
        </p:txBody>
      </p:sp>
      <p:sp>
        <p:nvSpPr>
          <p:cNvPr id="25603" name="Text Placeholder 3">
            <a:extLst>
              <a:ext uri="{FF2B5EF4-FFF2-40B4-BE49-F238E27FC236}">
                <a16:creationId xmlns:a16="http://schemas.microsoft.com/office/drawing/2014/main" id="{DFA190FD-340C-AD87-3DA6-8B9F1E23C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1890713"/>
            <a:ext cx="8229600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2000">
                <a:solidFill>
                  <a:srgbClr val="474B57"/>
                </a:solidFill>
                <a:latin typeface="Calibri" panose="020F0502020204030204" pitchFamily="34" charset="0"/>
              </a:defRPr>
            </a:lvl1pPr>
            <a:lvl2pPr marL="639763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>
                <a:solidFill>
                  <a:srgbClr val="474B57"/>
                </a:solidFill>
                <a:latin typeface="Calibri" panose="020F0502020204030204" pitchFamily="34" charset="0"/>
              </a:defRPr>
            </a:lvl2pPr>
            <a:lvl3pPr marL="95885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600" i="1">
                <a:solidFill>
                  <a:srgbClr val="474B57"/>
                </a:solidFill>
                <a:latin typeface="Calibri" panose="020F0502020204030204" pitchFamily="34" charset="0"/>
              </a:defRPr>
            </a:lvl3pPr>
            <a:lvl4pPr marL="1279525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>
                <a:solidFill>
                  <a:srgbClr val="474B57"/>
                </a:solidFill>
                <a:latin typeface="Calibri" panose="020F0502020204030204" pitchFamily="34" charset="0"/>
              </a:defRPr>
            </a:lvl4pPr>
            <a:lvl5pPr marL="160020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5pPr>
            <a:lvl6pPr marL="20574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6pPr>
            <a:lvl7pPr marL="25146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7pPr>
            <a:lvl8pPr marL="29718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8pPr>
            <a:lvl9pPr marL="34290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buFont typeface="Corbel" panose="020B0503020204020204" pitchFamily="34" charset="0"/>
              <a:buNone/>
            </a:pPr>
            <a:endParaRPr lang="en-US" altLang="en-US" sz="2800" b="1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sp>
        <p:nvSpPr>
          <p:cNvPr id="25604" name="Content Placeholder 2">
            <a:extLst>
              <a:ext uri="{FF2B5EF4-FFF2-40B4-BE49-F238E27FC236}">
                <a16:creationId xmlns:a16="http://schemas.microsoft.com/office/drawing/2014/main" id="{F9D534D1-84C0-D19C-C6A4-A0104AA21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4738" y="1630363"/>
            <a:ext cx="5638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2000">
                <a:solidFill>
                  <a:srgbClr val="474B57"/>
                </a:solidFill>
                <a:latin typeface="Calibri" panose="020F0502020204030204" pitchFamily="34" charset="0"/>
              </a:defRPr>
            </a:lvl1pPr>
            <a:lvl2pPr marL="639763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>
                <a:solidFill>
                  <a:srgbClr val="474B57"/>
                </a:solidFill>
                <a:latin typeface="Calibri" panose="020F0502020204030204" pitchFamily="34" charset="0"/>
              </a:defRPr>
            </a:lvl2pPr>
            <a:lvl3pPr marL="95885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600" i="1">
                <a:solidFill>
                  <a:srgbClr val="474B57"/>
                </a:solidFill>
                <a:latin typeface="Calibri" panose="020F0502020204030204" pitchFamily="34" charset="0"/>
              </a:defRPr>
            </a:lvl3pPr>
            <a:lvl4pPr marL="1279525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>
                <a:solidFill>
                  <a:srgbClr val="474B57"/>
                </a:solidFill>
                <a:latin typeface="Calibri" panose="020F0502020204030204" pitchFamily="34" charset="0"/>
              </a:defRPr>
            </a:lvl4pPr>
            <a:lvl5pPr marL="160020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5pPr>
            <a:lvl6pPr marL="20574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6pPr>
            <a:lvl7pPr marL="25146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7pPr>
            <a:lvl8pPr marL="29718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8pPr>
            <a:lvl9pPr marL="34290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buFont typeface="Arial" panose="020B0604020202020204" pitchFamily="34" charset="0"/>
              <a:buNone/>
            </a:pPr>
            <a:endParaRPr lang="en-US" altLang="en-US" sz="2700" b="1" i="1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ber- 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ajar = </a:t>
            </a:r>
            <a:r>
              <a:rPr lang="en-US" altLang="en-US" sz="2700" b="1" i="1">
                <a:solidFill>
                  <a:srgbClr val="0070C0"/>
                </a:solidFill>
                <a:latin typeface="Tw Cen MT" panose="020B0602020104020603" pitchFamily="34" charset="0"/>
              </a:rPr>
              <a:t>bel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ajar</a:t>
            </a:r>
          </a:p>
          <a:p>
            <a:pPr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ber- 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karya 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= </a:t>
            </a:r>
            <a:r>
              <a:rPr lang="en-US" altLang="en-US" sz="2700" b="1" i="1">
                <a:solidFill>
                  <a:srgbClr val="0070C0"/>
                </a:solidFill>
                <a:latin typeface="Tw Cen MT" panose="020B0602020104020603" pitchFamily="34" charset="0"/>
              </a:rPr>
              <a:t>ber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karya</a:t>
            </a:r>
          </a:p>
          <a:p>
            <a:pPr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be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- 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antai 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= </a:t>
            </a:r>
            <a:r>
              <a:rPr lang="en-US" altLang="en-US" sz="2700" b="1" i="1">
                <a:solidFill>
                  <a:srgbClr val="0070C0"/>
                </a:solidFill>
                <a:latin typeface="Tw Cen MT" panose="020B0602020104020603" pitchFamily="34" charset="0"/>
              </a:rPr>
              <a:t>be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rantai</a:t>
            </a:r>
          </a:p>
          <a:p>
            <a:pPr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b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er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- + s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er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ta 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= </a:t>
            </a:r>
            <a:r>
              <a:rPr lang="en-US" altLang="en-US" sz="2700" b="1" i="1">
                <a:solidFill>
                  <a:srgbClr val="0070C0"/>
                </a:solidFill>
                <a:latin typeface="Tw Cen MT" panose="020B0602020104020603" pitchFamily="34" charset="0"/>
              </a:rPr>
              <a:t>be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serta</a:t>
            </a:r>
          </a:p>
          <a:p>
            <a:pPr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b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er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- 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c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er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min 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= </a:t>
            </a:r>
            <a:r>
              <a:rPr lang="en-US" altLang="en-US" sz="2700" b="1" i="1">
                <a:solidFill>
                  <a:srgbClr val="0070C0"/>
                </a:solidFill>
                <a:latin typeface="Tw Cen MT" panose="020B0602020104020603" pitchFamily="34" charset="0"/>
              </a:rPr>
              <a:t>be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cermin</a:t>
            </a:r>
          </a:p>
          <a:p>
            <a:pPr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t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er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- 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c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er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min = </a:t>
            </a:r>
            <a:r>
              <a:rPr lang="en-US" altLang="en-US" sz="2700" b="1" i="1">
                <a:solidFill>
                  <a:srgbClr val="0070C0"/>
                </a:solidFill>
                <a:latin typeface="Tw Cen MT" panose="020B0602020104020603" pitchFamily="34" charset="0"/>
              </a:rPr>
              <a:t>te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cermin</a:t>
            </a:r>
          </a:p>
          <a:p>
            <a:pPr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t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er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- 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p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er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caya 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= </a:t>
            </a:r>
            <a:r>
              <a:rPr lang="en-US" altLang="en-US" sz="2700" b="1" i="1">
                <a:solidFill>
                  <a:srgbClr val="0070C0"/>
                </a:solidFill>
                <a:latin typeface="Tw Cen MT" panose="020B0602020104020603" pitchFamily="34" charset="0"/>
              </a:rPr>
              <a:t>te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percaya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endParaRPr lang="en-US" altLang="en-US" sz="2700" b="1" i="1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177D0DF7-B9F2-D451-3EFB-E1AC2FAB3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687388"/>
            <a:ext cx="8229600" cy="81756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9000"/>
              </a:lnSpc>
            </a:pPr>
            <a:r>
              <a:rPr lang="en-US" altLang="en-US" sz="4400" b="1">
                <a:latin typeface="Century Schoolbook" panose="02040604050505020304" pitchFamily="18" charset="0"/>
              </a:rPr>
              <a:t>Catatan: </a:t>
            </a:r>
            <a:r>
              <a:rPr lang="en-US" altLang="en-US" sz="4400" b="1" i="1">
                <a:latin typeface="Century Schoolbook" panose="02040604050505020304" pitchFamily="18" charset="0"/>
              </a:rPr>
              <a:t>menge-,</a:t>
            </a:r>
            <a:r>
              <a:rPr lang="en-US" altLang="en-US" sz="4400" b="1">
                <a:latin typeface="Century Schoolbook" panose="02040604050505020304" pitchFamily="18" charset="0"/>
              </a:rPr>
              <a:t> </a:t>
            </a:r>
            <a:r>
              <a:rPr lang="en-US" altLang="en-US" sz="4400" b="1" i="1">
                <a:latin typeface="Century Schoolbook" panose="02040604050505020304" pitchFamily="18" charset="0"/>
              </a:rPr>
              <a:t>penge-</a:t>
            </a:r>
            <a:endParaRPr lang="en-US" altLang="en-US" sz="4400" b="1">
              <a:latin typeface="Century Schoolbook" panose="02040604050505020304" pitchFamily="18" charset="0"/>
            </a:endParaRPr>
          </a:p>
        </p:txBody>
      </p:sp>
      <p:sp>
        <p:nvSpPr>
          <p:cNvPr id="26627" name="Text Placeholder 3">
            <a:extLst>
              <a:ext uri="{FF2B5EF4-FFF2-40B4-BE49-F238E27FC236}">
                <a16:creationId xmlns:a16="http://schemas.microsoft.com/office/drawing/2014/main" id="{EDFD26A9-B2A2-9CC0-9346-BBFD427A7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1890713"/>
            <a:ext cx="8229600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2000">
                <a:solidFill>
                  <a:srgbClr val="474B57"/>
                </a:solidFill>
                <a:latin typeface="Calibri" panose="020F0502020204030204" pitchFamily="34" charset="0"/>
              </a:defRPr>
            </a:lvl1pPr>
            <a:lvl2pPr marL="639763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>
                <a:solidFill>
                  <a:srgbClr val="474B57"/>
                </a:solidFill>
                <a:latin typeface="Calibri" panose="020F0502020204030204" pitchFamily="34" charset="0"/>
              </a:defRPr>
            </a:lvl2pPr>
            <a:lvl3pPr marL="95885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600" i="1">
                <a:solidFill>
                  <a:srgbClr val="474B57"/>
                </a:solidFill>
                <a:latin typeface="Calibri" panose="020F0502020204030204" pitchFamily="34" charset="0"/>
              </a:defRPr>
            </a:lvl3pPr>
            <a:lvl4pPr marL="1279525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>
                <a:solidFill>
                  <a:srgbClr val="474B57"/>
                </a:solidFill>
                <a:latin typeface="Calibri" panose="020F0502020204030204" pitchFamily="34" charset="0"/>
              </a:defRPr>
            </a:lvl4pPr>
            <a:lvl5pPr marL="160020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5pPr>
            <a:lvl6pPr marL="20574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6pPr>
            <a:lvl7pPr marL="25146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7pPr>
            <a:lvl8pPr marL="29718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8pPr>
            <a:lvl9pPr marL="34290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buFont typeface="Corbel" panose="020B0503020204020204" pitchFamily="34" charset="0"/>
              <a:buNone/>
            </a:pPr>
            <a:endParaRPr lang="en-US" altLang="en-US" sz="2800" b="1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sp>
        <p:nvSpPr>
          <p:cNvPr id="24580" name="Content Placeholder 2">
            <a:extLst>
              <a:ext uri="{FF2B5EF4-FFF2-40B4-BE49-F238E27FC236}">
                <a16:creationId xmlns:a16="http://schemas.microsoft.com/office/drawing/2014/main" id="{EB694391-DD39-8E3A-8C63-10F042750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1630363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2000">
                <a:solidFill>
                  <a:srgbClr val="474B57"/>
                </a:solidFill>
                <a:latin typeface="Calibri" panose="020F0502020204030204" pitchFamily="34" charset="0"/>
              </a:defRPr>
            </a:lvl1pPr>
            <a:lvl2pPr marL="639763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>
                <a:solidFill>
                  <a:srgbClr val="474B57"/>
                </a:solidFill>
                <a:latin typeface="Calibri" panose="020F0502020204030204" pitchFamily="34" charset="0"/>
              </a:defRPr>
            </a:lvl2pPr>
            <a:lvl3pPr marL="95885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600" i="1">
                <a:solidFill>
                  <a:srgbClr val="474B57"/>
                </a:solidFill>
                <a:latin typeface="Calibri" panose="020F0502020204030204" pitchFamily="34" charset="0"/>
              </a:defRPr>
            </a:lvl3pPr>
            <a:lvl4pPr marL="1279525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>
                <a:solidFill>
                  <a:srgbClr val="474B57"/>
                </a:solidFill>
                <a:latin typeface="Calibri" panose="020F0502020204030204" pitchFamily="34" charset="0"/>
              </a:defRPr>
            </a:lvl4pPr>
            <a:lvl5pPr marL="160020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5pPr>
            <a:lvl6pPr marL="20574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6pPr>
            <a:lvl7pPr marL="25146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7pPr>
            <a:lvl8pPr marL="29718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8pPr>
            <a:lvl9pPr marL="34290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algn="ctr" defTabSz="914400" eaLnBrk="1" hangingPunct="1">
              <a:defRPr/>
            </a:pPr>
            <a:endParaRPr lang="en-US" altLang="en-US" sz="2700" b="1" i="1" dirty="0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marL="457200" indent="-457200" algn="just" defTabSz="914400" eaLnBrk="1" hangingPunct="1">
              <a:defRPr/>
            </a:pP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Awalan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i="1" dirty="0">
                <a:solidFill>
                  <a:srgbClr val="0070C0"/>
                </a:solidFill>
                <a:latin typeface="Tw Cen MT" panose="020B0602020104020603" pitchFamily="34" charset="0"/>
              </a:rPr>
              <a:t>me- </a:t>
            </a:r>
            <a:r>
              <a:rPr lang="en-US" altLang="en-US" sz="2700" b="1" dirty="0" err="1">
                <a:solidFill>
                  <a:srgbClr val="0070C0"/>
                </a:solidFill>
                <a:latin typeface="Tw Cen MT" panose="020B0602020104020603" pitchFamily="34" charset="0"/>
              </a:rPr>
              <a:t>dan</a:t>
            </a: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i="1" dirty="0" err="1">
                <a:solidFill>
                  <a:srgbClr val="0070C0"/>
                </a:solidFill>
                <a:latin typeface="Tw Cen MT" panose="020B0602020104020603" pitchFamily="34" charset="0"/>
              </a:rPr>
              <a:t>pe</a:t>
            </a:r>
            <a:r>
              <a:rPr lang="en-US" altLang="en-US" sz="2700" b="1" i="1" dirty="0">
                <a:solidFill>
                  <a:srgbClr val="0070C0"/>
                </a:solidFill>
                <a:latin typeface="Tw Cen MT" panose="020B0602020104020603" pitchFamily="34" charset="0"/>
              </a:rPr>
              <a:t>- </a:t>
            </a:r>
            <a:r>
              <a:rPr lang="en-US" altLang="en-US" sz="2700" b="1" dirty="0" err="1">
                <a:solidFill>
                  <a:srgbClr val="0070C0"/>
                </a:solidFill>
                <a:latin typeface="Tw Cen MT" panose="020B0602020104020603" pitchFamily="34" charset="0"/>
              </a:rPr>
              <a:t>ketika</a:t>
            </a: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rgbClr val="0070C0"/>
                </a:solidFill>
                <a:latin typeface="Tw Cen MT" panose="020B0602020104020603" pitchFamily="34" charset="0"/>
              </a:rPr>
              <a:t>bertemu</a:t>
            </a: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rgbClr val="0070C0"/>
                </a:solidFill>
                <a:latin typeface="Tw Cen MT" panose="020B0602020104020603" pitchFamily="34" charset="0"/>
              </a:rPr>
              <a:t>dengan</a:t>
            </a: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 kata </a:t>
            </a:r>
            <a:r>
              <a:rPr lang="en-US" altLang="en-US" sz="2700" b="1" dirty="0" err="1">
                <a:solidFill>
                  <a:srgbClr val="0070C0"/>
                </a:solidFill>
                <a:latin typeface="Tw Cen MT" panose="020B0602020104020603" pitchFamily="34" charset="0"/>
              </a:rPr>
              <a:t>dasar</a:t>
            </a: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 yang </a:t>
            </a:r>
            <a:r>
              <a:rPr lang="en-US" altLang="en-US" sz="2700" b="1" dirty="0" err="1">
                <a:solidFill>
                  <a:srgbClr val="0070C0"/>
                </a:solidFill>
                <a:latin typeface="Tw Cen MT" panose="020B0602020104020603" pitchFamily="34" charset="0"/>
              </a:rPr>
              <a:t>hanya</a:t>
            </a: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rgbClr val="0070C0"/>
                </a:solidFill>
                <a:latin typeface="Tw Cen MT" panose="020B0602020104020603" pitchFamily="34" charset="0"/>
              </a:rPr>
              <a:t>terdiri</a:t>
            </a: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rgbClr val="0070C0"/>
                </a:solidFill>
                <a:latin typeface="Tw Cen MT" panose="020B0602020104020603" pitchFamily="34" charset="0"/>
              </a:rPr>
              <a:t>atas</a:t>
            </a: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rgbClr val="0070C0"/>
                </a:solidFill>
                <a:latin typeface="Tw Cen MT" panose="020B0602020104020603" pitchFamily="34" charset="0"/>
              </a:rPr>
              <a:t>satu</a:t>
            </a: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rgbClr val="0070C0"/>
                </a:solidFill>
                <a:latin typeface="Tw Cen MT" panose="020B0602020104020603" pitchFamily="34" charset="0"/>
              </a:rPr>
              <a:t>suku</a:t>
            </a: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 kata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akan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berubah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menjadi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i="1" dirty="0" err="1">
                <a:solidFill>
                  <a:srgbClr val="FF0000"/>
                </a:solidFill>
                <a:latin typeface="Tw Cen MT" panose="020B0602020104020603" pitchFamily="34" charset="0"/>
              </a:rPr>
              <a:t>menge</a:t>
            </a:r>
            <a:r>
              <a:rPr lang="en-US" altLang="en-US" sz="2700" b="1" i="1" dirty="0">
                <a:solidFill>
                  <a:srgbClr val="FF0000"/>
                </a:solidFill>
                <a:latin typeface="Tw Cen MT" panose="020B0602020104020603" pitchFamily="34" charset="0"/>
              </a:rPr>
              <a:t>-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dan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i="1" dirty="0" err="1">
                <a:solidFill>
                  <a:srgbClr val="FF0000"/>
                </a:solidFill>
                <a:latin typeface="Tw Cen MT" panose="020B0602020104020603" pitchFamily="34" charset="0"/>
              </a:rPr>
              <a:t>penge</a:t>
            </a:r>
            <a:r>
              <a:rPr lang="en-US" altLang="en-US" sz="2700" b="1" i="1" dirty="0">
                <a:solidFill>
                  <a:srgbClr val="FF0000"/>
                </a:solidFill>
                <a:latin typeface="Tw Cen MT" panose="020B0602020104020603" pitchFamily="34" charset="0"/>
              </a:rPr>
              <a:t>-.</a:t>
            </a:r>
          </a:p>
          <a:p>
            <a:pPr marL="457200" indent="-457200" algn="just" defTabSz="914400" eaLnBrk="1" hangingPunct="1">
              <a:defRPr/>
            </a:pP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Contoh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:</a:t>
            </a:r>
          </a:p>
          <a:p>
            <a:pPr algn="just" defTabSz="914400" eaLnBrk="1" hangingPunct="1">
              <a:buFont typeface="Corbel" panose="020B0503020204020204" pitchFamily="34" charset="0"/>
              <a:buNone/>
              <a:defRPr/>
            </a:pP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me- 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 dirty="0" err="1">
                <a:solidFill>
                  <a:srgbClr val="0070C0"/>
                </a:solidFill>
                <a:latin typeface="Tw Cen MT" panose="020B0602020104020603" pitchFamily="34" charset="0"/>
              </a:rPr>
              <a:t>pel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 	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= </a:t>
            </a:r>
            <a:r>
              <a:rPr lang="en-US" altLang="en-US" sz="2700" b="1" i="1" dirty="0" err="1">
                <a:solidFill>
                  <a:srgbClr val="FF0000"/>
                </a:solidFill>
                <a:latin typeface="Tw Cen MT" panose="020B0602020104020603" pitchFamily="34" charset="0"/>
              </a:rPr>
              <a:t>menge</a:t>
            </a:r>
            <a:r>
              <a:rPr lang="en-US" altLang="en-US" sz="2700" b="1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pel</a:t>
            </a:r>
            <a:endParaRPr lang="en-US" altLang="en-US" sz="2700" b="1" i="1" dirty="0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algn="just" defTabSz="914400" eaLnBrk="1" hangingPunct="1">
              <a:buFont typeface="Corbel" panose="020B0503020204020204" pitchFamily="34" charset="0"/>
              <a:buNone/>
              <a:defRPr/>
            </a:pP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	me- 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 dirty="0" err="1">
                <a:solidFill>
                  <a:srgbClr val="0070C0"/>
                </a:solidFill>
                <a:latin typeface="Tw Cen MT" panose="020B0602020104020603" pitchFamily="34" charset="0"/>
              </a:rPr>
              <a:t>bom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 	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= </a:t>
            </a:r>
            <a:r>
              <a:rPr lang="en-US" altLang="en-US" sz="2700" b="1" i="1" dirty="0" err="1">
                <a:solidFill>
                  <a:srgbClr val="FF0000"/>
                </a:solidFill>
                <a:latin typeface="Tw Cen MT" panose="020B0602020104020603" pitchFamily="34" charset="0"/>
              </a:rPr>
              <a:t>menge</a:t>
            </a:r>
            <a:r>
              <a:rPr lang="en-US" altLang="en-US" sz="2700" b="1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bom</a:t>
            </a:r>
            <a:endParaRPr lang="en-US" altLang="en-US" sz="2700" b="1" i="1" dirty="0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algn="just" defTabSz="914400" eaLnBrk="1" hangingPunct="1">
              <a:buFont typeface="Corbel" panose="020B0503020204020204" pitchFamily="34" charset="0"/>
              <a:buNone/>
              <a:defRPr/>
            </a:pP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altLang="en-US" sz="2700" b="1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- 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 dirty="0" err="1">
                <a:solidFill>
                  <a:srgbClr val="0070C0"/>
                </a:solidFill>
                <a:latin typeface="Tw Cen MT" panose="020B0602020104020603" pitchFamily="34" charset="0"/>
              </a:rPr>
              <a:t>tik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= </a:t>
            </a:r>
            <a:r>
              <a:rPr lang="en-US" altLang="en-US" sz="2700" b="1" i="1" dirty="0" err="1">
                <a:solidFill>
                  <a:srgbClr val="FF0000"/>
                </a:solidFill>
                <a:latin typeface="Tw Cen MT" panose="020B0602020104020603" pitchFamily="34" charset="0"/>
              </a:rPr>
              <a:t>penge</a:t>
            </a:r>
            <a:r>
              <a:rPr lang="en-US" altLang="en-US" sz="2700" b="1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tik</a:t>
            </a:r>
            <a:endParaRPr lang="en-US" altLang="en-US" sz="2700" b="1" i="1" dirty="0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algn="just" defTabSz="914400" eaLnBrk="1" hangingPunct="1">
              <a:buFont typeface="Corbel" panose="020B0503020204020204" pitchFamily="34" charset="0"/>
              <a:buNone/>
              <a:defRPr/>
            </a:pP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altLang="en-US" sz="2700" b="1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pe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- 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 dirty="0" err="1">
                <a:solidFill>
                  <a:srgbClr val="0070C0"/>
                </a:solidFill>
                <a:latin typeface="Tw Cen MT" panose="020B0602020104020603" pitchFamily="34" charset="0"/>
              </a:rPr>
              <a:t>bor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= </a:t>
            </a:r>
            <a:r>
              <a:rPr lang="en-US" altLang="en-US" sz="2700" b="1" i="1" dirty="0" err="1">
                <a:solidFill>
                  <a:srgbClr val="FF0000"/>
                </a:solidFill>
                <a:latin typeface="Tw Cen MT" panose="020B0602020104020603" pitchFamily="34" charset="0"/>
              </a:rPr>
              <a:t>penge</a:t>
            </a:r>
            <a:r>
              <a:rPr lang="en-US" altLang="en-US" sz="2700" b="1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bor</a:t>
            </a:r>
            <a:endParaRPr lang="en-US" altLang="en-US" sz="2700" b="1" dirty="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6B6A5DF7-AB64-BF3C-6A6D-9E3793BCE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687388"/>
            <a:ext cx="8229600" cy="81756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9000"/>
              </a:lnSpc>
            </a:pPr>
            <a:r>
              <a:rPr lang="en-US" altLang="en-US" sz="4400" b="1">
                <a:latin typeface="Century Schoolbook" panose="02040604050505020304" pitchFamily="18" charset="0"/>
              </a:rPr>
              <a:t>Catatan: Bentuk Dasar</a:t>
            </a:r>
          </a:p>
        </p:txBody>
      </p:sp>
      <p:sp>
        <p:nvSpPr>
          <p:cNvPr id="27651" name="Text Placeholder 3">
            <a:extLst>
              <a:ext uri="{FF2B5EF4-FFF2-40B4-BE49-F238E27FC236}">
                <a16:creationId xmlns:a16="http://schemas.microsoft.com/office/drawing/2014/main" id="{FD892052-43A6-53BC-00A6-976DE4915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1890713"/>
            <a:ext cx="8229600" cy="427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2000">
                <a:solidFill>
                  <a:srgbClr val="474B57"/>
                </a:solidFill>
                <a:latin typeface="Calibri" panose="020F0502020204030204" pitchFamily="34" charset="0"/>
              </a:defRPr>
            </a:lvl1pPr>
            <a:lvl2pPr marL="639763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>
                <a:solidFill>
                  <a:srgbClr val="474B57"/>
                </a:solidFill>
                <a:latin typeface="Calibri" panose="020F0502020204030204" pitchFamily="34" charset="0"/>
              </a:defRPr>
            </a:lvl2pPr>
            <a:lvl3pPr marL="95885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600" i="1">
                <a:solidFill>
                  <a:srgbClr val="474B57"/>
                </a:solidFill>
                <a:latin typeface="Calibri" panose="020F0502020204030204" pitchFamily="34" charset="0"/>
              </a:defRPr>
            </a:lvl3pPr>
            <a:lvl4pPr marL="1279525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>
                <a:solidFill>
                  <a:srgbClr val="474B57"/>
                </a:solidFill>
                <a:latin typeface="Calibri" panose="020F0502020204030204" pitchFamily="34" charset="0"/>
              </a:defRPr>
            </a:lvl4pPr>
            <a:lvl5pPr marL="160020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5pPr>
            <a:lvl6pPr marL="20574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6pPr>
            <a:lvl7pPr marL="25146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7pPr>
            <a:lvl8pPr marL="29718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8pPr>
            <a:lvl9pPr marL="34290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buFont typeface="Corbel" panose="020B0503020204020204" pitchFamily="34" charset="0"/>
              <a:buNone/>
            </a:pPr>
            <a:endParaRPr lang="en-US" altLang="en-US" sz="2800" b="1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sp>
        <p:nvSpPr>
          <p:cNvPr id="24580" name="Content Placeholder 2">
            <a:extLst>
              <a:ext uri="{FF2B5EF4-FFF2-40B4-BE49-F238E27FC236}">
                <a16:creationId xmlns:a16="http://schemas.microsoft.com/office/drawing/2014/main" id="{4735B6B6-AF7B-6E02-0A5A-7633FD2D8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613" y="1630363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2000">
                <a:solidFill>
                  <a:srgbClr val="474B57"/>
                </a:solidFill>
                <a:latin typeface="Calibri" panose="020F0502020204030204" pitchFamily="34" charset="0"/>
              </a:defRPr>
            </a:lvl1pPr>
            <a:lvl2pPr marL="639763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>
                <a:solidFill>
                  <a:srgbClr val="474B57"/>
                </a:solidFill>
                <a:latin typeface="Calibri" panose="020F0502020204030204" pitchFamily="34" charset="0"/>
              </a:defRPr>
            </a:lvl2pPr>
            <a:lvl3pPr marL="95885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600" i="1">
                <a:solidFill>
                  <a:srgbClr val="474B57"/>
                </a:solidFill>
                <a:latin typeface="Calibri" panose="020F0502020204030204" pitchFamily="34" charset="0"/>
              </a:defRPr>
            </a:lvl3pPr>
            <a:lvl4pPr marL="1279525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>
                <a:solidFill>
                  <a:srgbClr val="474B57"/>
                </a:solidFill>
                <a:latin typeface="Calibri" panose="020F0502020204030204" pitchFamily="34" charset="0"/>
              </a:defRPr>
            </a:lvl4pPr>
            <a:lvl5pPr marL="1600200" indent="-319088">
              <a:lnSpc>
                <a:spcPct val="111000"/>
              </a:lnSpc>
              <a:spcBef>
                <a:spcPts val="925"/>
              </a:spcBef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5pPr>
            <a:lvl6pPr marL="20574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6pPr>
            <a:lvl7pPr marL="25146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7pPr>
            <a:lvl8pPr marL="29718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8pPr>
            <a:lvl9pPr marL="3429000" indent="-319088" eaLnBrk="0" fontAlgn="base" hangingPunct="0">
              <a:lnSpc>
                <a:spcPct val="111000"/>
              </a:lnSpc>
              <a:spcBef>
                <a:spcPts val="925"/>
              </a:spcBef>
              <a:spcAft>
                <a:spcPct val="0"/>
              </a:spcAft>
              <a:buFont typeface="Corbel" panose="020B0503020204020204" pitchFamily="34" charset="0"/>
              <a:buChar char="–"/>
              <a:defRPr sz="1400" i="1">
                <a:solidFill>
                  <a:srgbClr val="474B57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algn="ctr" defTabSz="914400" eaLnBrk="1" hangingPunct="1">
              <a:defRPr/>
            </a:pPr>
            <a:endParaRPr lang="en-US" altLang="en-US" sz="2700" b="1" i="1" dirty="0">
              <a:solidFill>
                <a:schemeClr val="tx1"/>
              </a:solidFill>
              <a:latin typeface="Tw Cen MT" panose="020B0602020104020603" pitchFamily="34" charset="0"/>
            </a:endParaRPr>
          </a:p>
          <a:p>
            <a:pPr marL="457200" indent="-457200" algn="just" defTabSz="914400" eaLnBrk="1" hangingPunct="1">
              <a:defRPr/>
            </a:pP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Untuk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mengetahui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arti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sebuah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kata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berimbuhan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,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kita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perlu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mengetahui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terlebih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dahulu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bentuk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dasar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dan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bentuk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terikat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 yang 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mengikutinya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.</a:t>
            </a:r>
            <a:endParaRPr lang="en-US" altLang="en-US" sz="2700" b="1" i="1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pPr marL="457200" indent="-457200" algn="just" defTabSz="914400" eaLnBrk="1" hangingPunct="1">
              <a:defRPr/>
            </a:pP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Contoh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:</a:t>
            </a:r>
          </a:p>
          <a:p>
            <a:pPr algn="just" defTabSz="914400" eaLnBrk="1" hangingPunct="1">
              <a:buFont typeface="Corbel" panose="020B0503020204020204" pitchFamily="34" charset="0"/>
              <a:buNone/>
              <a:defRPr/>
            </a:pP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altLang="en-US" sz="2700" b="1" i="1" dirty="0" err="1">
                <a:solidFill>
                  <a:srgbClr val="FF0000"/>
                </a:solidFill>
                <a:latin typeface="Tw Cen MT" panose="020B0602020104020603" pitchFamily="34" charset="0"/>
              </a:rPr>
              <a:t>dikontrakkan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 	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= 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di- 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 dirty="0" err="1">
                <a:solidFill>
                  <a:srgbClr val="00B050"/>
                </a:solidFill>
                <a:latin typeface="Tw Cen MT" panose="020B0602020104020603" pitchFamily="34" charset="0"/>
              </a:rPr>
              <a:t>kontrak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-</a:t>
            </a:r>
            <a:r>
              <a:rPr lang="en-US" altLang="en-US" sz="2700" b="1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kan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altLang="en-US" sz="2700" b="1" dirty="0" err="1">
                <a:solidFill>
                  <a:srgbClr val="0070C0"/>
                </a:solidFill>
                <a:latin typeface="Tw Cen MT" panose="020B0602020104020603" pitchFamily="34" charset="0"/>
              </a:rPr>
              <a:t>sewa</a:t>
            </a:r>
            <a:endParaRPr lang="en-US" altLang="en-US" sz="2700" b="1" dirty="0">
              <a:solidFill>
                <a:srgbClr val="0070C0"/>
              </a:solidFill>
              <a:latin typeface="Tw Cen MT" panose="020B0602020104020603" pitchFamily="34" charset="0"/>
            </a:endParaRPr>
          </a:p>
          <a:p>
            <a:pPr algn="just" defTabSz="914400" eaLnBrk="1" hangingPunct="1">
              <a:buFont typeface="Corbel" panose="020B0503020204020204" pitchFamily="34" charset="0"/>
              <a:buNone/>
              <a:defRPr/>
            </a:pP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altLang="en-US" sz="2700" b="1" i="1" dirty="0" err="1">
                <a:solidFill>
                  <a:srgbClr val="FF0000"/>
                </a:solidFill>
                <a:latin typeface="Tw Cen MT" panose="020B0602020104020603" pitchFamily="34" charset="0"/>
              </a:rPr>
              <a:t>dikontrakan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 	= di- 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 dirty="0" err="1">
                <a:solidFill>
                  <a:srgbClr val="00B050"/>
                </a:solidFill>
                <a:latin typeface="Tw Cen MT" panose="020B0602020104020603" pitchFamily="34" charset="0"/>
              </a:rPr>
              <a:t>kontra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-</a:t>
            </a:r>
            <a:r>
              <a:rPr lang="en-US" altLang="en-US" sz="2700" b="1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kan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	</a:t>
            </a:r>
            <a:r>
              <a:rPr lang="en-US" altLang="en-US" sz="2700" b="1" dirty="0" err="1">
                <a:solidFill>
                  <a:srgbClr val="0070C0"/>
                </a:solidFill>
                <a:latin typeface="Tw Cen MT" panose="020B0602020104020603" pitchFamily="34" charset="0"/>
              </a:rPr>
              <a:t>sengketa</a:t>
            </a:r>
            <a:endParaRPr lang="en-US" altLang="en-US" sz="2700" b="1" dirty="0">
              <a:solidFill>
                <a:srgbClr val="0070C0"/>
              </a:solidFill>
              <a:latin typeface="Tw Cen MT" panose="020B0602020104020603" pitchFamily="34" charset="0"/>
            </a:endParaRPr>
          </a:p>
          <a:p>
            <a:pPr algn="just" defTabSz="914400" eaLnBrk="1" hangingPunct="1">
              <a:buFont typeface="Corbel" panose="020B0503020204020204" pitchFamily="34" charset="0"/>
              <a:buNone/>
              <a:defRPr/>
            </a:pP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	</a:t>
            </a:r>
            <a:r>
              <a:rPr lang="en-US" altLang="en-US" sz="2700" b="1" i="1" dirty="0" err="1">
                <a:solidFill>
                  <a:srgbClr val="FF0000"/>
                </a:solidFill>
                <a:latin typeface="Tw Cen MT" panose="020B0602020104020603" pitchFamily="34" charset="0"/>
              </a:rPr>
              <a:t>menyarikan</a:t>
            </a:r>
            <a:r>
              <a:rPr lang="en-US" altLang="en-US" sz="2700" b="1" i="1" dirty="0">
                <a:solidFill>
                  <a:srgbClr val="0070C0"/>
                </a:solidFill>
                <a:latin typeface="Tw Cen MT" panose="020B0602020104020603" pitchFamily="34" charset="0"/>
              </a:rPr>
              <a:t> 	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= 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me- 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+</a:t>
            </a: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i="1" dirty="0" err="1">
                <a:solidFill>
                  <a:srgbClr val="0070C0"/>
                </a:solidFill>
                <a:latin typeface="Tw Cen MT" panose="020B0602020104020603" pitchFamily="34" charset="0"/>
              </a:rPr>
              <a:t>cari</a:t>
            </a:r>
            <a:r>
              <a:rPr lang="en-US" altLang="en-US" sz="2700" b="1" i="1" dirty="0">
                <a:solidFill>
                  <a:srgbClr val="0070C0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-</a:t>
            </a:r>
            <a:r>
              <a:rPr lang="en-US" altLang="en-US" sz="2700" b="1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kan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		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(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salah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)</a:t>
            </a:r>
          </a:p>
          <a:p>
            <a:pPr algn="just" defTabSz="914400" eaLnBrk="1" hangingPunct="1">
              <a:buFont typeface="Corbel" panose="020B0503020204020204" pitchFamily="34" charset="0"/>
              <a:buNone/>
              <a:defRPr/>
            </a:pPr>
            <a:r>
              <a:rPr lang="en-US" altLang="en-US" sz="2700" b="1" i="1" dirty="0">
                <a:solidFill>
                  <a:srgbClr val="0070C0"/>
                </a:solidFill>
                <a:latin typeface="Tw Cen MT" panose="020B0602020104020603" pitchFamily="34" charset="0"/>
              </a:rPr>
              <a:t>	</a:t>
            </a:r>
            <a:r>
              <a:rPr lang="en-US" altLang="en-US" sz="2700" b="1" i="1" dirty="0" err="1">
                <a:solidFill>
                  <a:srgbClr val="FF0000"/>
                </a:solidFill>
                <a:latin typeface="Tw Cen MT" panose="020B0602020104020603" pitchFamily="34" charset="0"/>
              </a:rPr>
              <a:t>menyarikan</a:t>
            </a:r>
            <a:r>
              <a:rPr lang="en-US" altLang="en-US" sz="2700" b="1" i="1" dirty="0">
                <a:solidFill>
                  <a:srgbClr val="0070C0"/>
                </a:solidFill>
                <a:latin typeface="Tw Cen MT" panose="020B0602020104020603" pitchFamily="34" charset="0"/>
              </a:rPr>
              <a:t>	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= 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me- 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+</a:t>
            </a:r>
            <a:r>
              <a:rPr lang="en-US" altLang="en-US" sz="2700" b="1" dirty="0">
                <a:solidFill>
                  <a:srgbClr val="0070C0"/>
                </a:solidFill>
                <a:latin typeface="Tw Cen MT" panose="020B0602020104020603" pitchFamily="34" charset="0"/>
              </a:rPr>
              <a:t> </a:t>
            </a:r>
            <a:r>
              <a:rPr lang="en-US" altLang="en-US" sz="2700" b="1" i="1" dirty="0">
                <a:solidFill>
                  <a:srgbClr val="0070C0"/>
                </a:solidFill>
                <a:latin typeface="Tw Cen MT" panose="020B0602020104020603" pitchFamily="34" charset="0"/>
              </a:rPr>
              <a:t>sari 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+ </a:t>
            </a:r>
            <a:r>
              <a:rPr lang="en-US" altLang="en-US" sz="2700" b="1" i="1" dirty="0">
                <a:solidFill>
                  <a:schemeClr val="tx1"/>
                </a:solidFill>
                <a:latin typeface="Tw Cen MT" panose="020B0602020104020603" pitchFamily="34" charset="0"/>
              </a:rPr>
              <a:t>-</a:t>
            </a:r>
            <a:r>
              <a:rPr lang="en-US" altLang="en-US" sz="2700" b="1" i="1" dirty="0" err="1">
                <a:solidFill>
                  <a:schemeClr val="tx1"/>
                </a:solidFill>
                <a:latin typeface="Tw Cen MT" panose="020B0602020104020603" pitchFamily="34" charset="0"/>
              </a:rPr>
              <a:t>kan</a:t>
            </a:r>
            <a:r>
              <a:rPr lang="en-US" altLang="en-US" sz="2700" b="1" i="1" dirty="0">
                <a:solidFill>
                  <a:srgbClr val="0070C0"/>
                </a:solidFill>
                <a:latin typeface="Tw Cen MT" panose="020B0602020104020603" pitchFamily="34" charset="0"/>
              </a:rPr>
              <a:t> 	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(</a:t>
            </a:r>
            <a:r>
              <a:rPr lang="en-US" altLang="en-US" sz="2700" b="1" dirty="0" err="1">
                <a:solidFill>
                  <a:schemeClr val="tx1"/>
                </a:solidFill>
                <a:latin typeface="Tw Cen MT" panose="020B0602020104020603" pitchFamily="34" charset="0"/>
              </a:rPr>
              <a:t>benar</a:t>
            </a:r>
            <a:r>
              <a:rPr lang="en-US" altLang="en-US" sz="2700" b="1" dirty="0">
                <a:solidFill>
                  <a:schemeClr val="tx1"/>
                </a:solidFill>
                <a:latin typeface="Tw Cen MT" panose="020B0602020104020603" pitchFamily="34" charset="0"/>
              </a:rPr>
              <a:t>)</a:t>
            </a: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BA64EB1B-D60D-21E9-D00E-55AB7A9AEC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PENGULANGAN (REDUPLIKASI)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04BD7E5C-1A40-E456-ADCA-A2E69AD74E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81488" y="2555875"/>
            <a:ext cx="6907212" cy="3733800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Kata ulang dibentuk dengan mengulang kata dasar atau bentuk dasar.</a:t>
            </a:r>
          </a:p>
          <a:p>
            <a:pPr marL="0" indent="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000" b="1">
              <a:latin typeface="Tw Cen MT" panose="020B0602020104020603" pitchFamily="34" charset="0"/>
            </a:endParaRPr>
          </a:p>
          <a:p>
            <a:pPr marL="0" indent="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P. utuh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: bola-bola, pedesaan-pedesaan</a:t>
            </a:r>
          </a:p>
          <a:p>
            <a:pPr marL="0" indent="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P. sebagian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: pepohonan, dedaunan, lelaki</a:t>
            </a:r>
          </a:p>
          <a:p>
            <a:pPr marL="0" indent="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P. berimbuhan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: berjalan-jalan, buah-buahan</a:t>
            </a:r>
          </a:p>
          <a:p>
            <a:pPr marL="0" indent="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P. berubah bunyi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: sayur-mayur, bolak-balik</a:t>
            </a:r>
          </a:p>
          <a:p>
            <a:pPr marL="0" indent="0"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2700" b="1">
                <a:solidFill>
                  <a:srgbClr val="FF0000"/>
                </a:solidFill>
                <a:latin typeface="Tw Cen MT" panose="020B0602020104020603" pitchFamily="34" charset="0"/>
              </a:rPr>
              <a:t>P. semu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: teka-teki, pontang-panting</a:t>
            </a:r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02EEBAAF-9416-13CE-A2EC-7FA899449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tx1"/>
                </a:solidFill>
              </a:rPr>
              <a:t>PEMAJEMUKAN (KOMPOSITUM)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1168AFBC-26E0-6EA2-008E-F22A569EA2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76725" y="2511425"/>
            <a:ext cx="7554913" cy="3778250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Dengan cara ini, terbentuklah apa yang disebut dengan kata majemuk, misalnya dari kata </a:t>
            </a:r>
            <a:r>
              <a:rPr lang="en-US" altLang="en-US" sz="2700" b="1" i="1">
                <a:solidFill>
                  <a:schemeClr val="tx1"/>
                </a:solidFill>
                <a:latin typeface="Tw Cen MT" panose="020B0602020104020603" pitchFamily="34" charset="0"/>
              </a:rPr>
              <a:t>tugas </a:t>
            </a:r>
            <a:r>
              <a:rPr lang="en-US" altLang="en-US" sz="2700" b="1">
                <a:solidFill>
                  <a:schemeClr val="tx1"/>
                </a:solidFill>
                <a:latin typeface="Tw Cen MT" panose="020B0602020104020603" pitchFamily="34" charset="0"/>
              </a:rPr>
              <a:t>dapat menjadi: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700" b="1">
                <a:latin typeface="Tw Cen MT" panose="020B0602020104020603" pitchFamily="34" charset="0"/>
              </a:rPr>
              <a:t>	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alih tugas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700" b="1">
                <a:latin typeface="Tw Cen MT" panose="020B0602020104020603" pitchFamily="34" charset="0"/>
              </a:rPr>
              <a:t>	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tugas akhir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700" b="1">
                <a:latin typeface="Tw Cen MT" panose="020B0602020104020603" pitchFamily="34" charset="0"/>
              </a:rPr>
              <a:t>	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bebas tugas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700" b="1">
                <a:latin typeface="Tw Cen MT" panose="020B0602020104020603" pitchFamily="34" charset="0"/>
              </a:rPr>
              <a:t>	</a:t>
            </a:r>
            <a:r>
              <a:rPr lang="en-US" altLang="en-US" sz="2700" b="1" i="1">
                <a:solidFill>
                  <a:srgbClr val="FF0000"/>
                </a:solidFill>
                <a:latin typeface="Tw Cen MT" panose="020B0602020104020603" pitchFamily="34" charset="0"/>
              </a:rPr>
              <a:t>purnatugas</a:t>
            </a:r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5AC406B0-BC52-A50D-E543-954B99180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BEDA FRASA DAN </a:t>
            </a:r>
            <a:br>
              <a:rPr lang="en-US" altLang="en-US" b="1">
                <a:solidFill>
                  <a:schemeClr val="tx1"/>
                </a:solidFill>
              </a:rPr>
            </a:br>
            <a:r>
              <a:rPr lang="en-US" altLang="en-US" b="1">
                <a:solidFill>
                  <a:schemeClr val="tx1"/>
                </a:solidFill>
              </a:rPr>
              <a:t>KATA MAJEMUK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FF632-75BF-3C0D-D50A-E3D9416A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Corbel" panose="020B0503020204020204" pitchFamily="34" charset="0"/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1. </a:t>
            </a:r>
            <a:r>
              <a:rPr lang="en-US" b="1" dirty="0" err="1">
                <a:solidFill>
                  <a:srgbClr val="FF0000"/>
                </a:solidFill>
              </a:rPr>
              <a:t>Frasa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dapat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disisipi</a:t>
            </a:r>
            <a:r>
              <a:rPr lang="en-US" b="1" dirty="0">
                <a:solidFill>
                  <a:srgbClr val="FF0000"/>
                </a:solidFill>
              </a:rPr>
              <a:t> kata lain; kata </a:t>
            </a:r>
            <a:r>
              <a:rPr lang="en-US" b="1" dirty="0" err="1">
                <a:solidFill>
                  <a:srgbClr val="FF0000"/>
                </a:solidFill>
              </a:rPr>
              <a:t>majemuk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tidak</a:t>
            </a:r>
            <a:r>
              <a:rPr lang="en-US" b="1" dirty="0">
                <a:solidFill>
                  <a:srgbClr val="FF0000"/>
                </a:solidFill>
              </a:rPr>
              <a:t>.</a:t>
            </a:r>
          </a:p>
          <a:p>
            <a:pPr marL="0" indent="0">
              <a:buFont typeface="Corbel" panose="020B0503020204020204" pitchFamily="34" charset="0"/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Contoh</a:t>
            </a:r>
            <a:r>
              <a:rPr lang="en-US" b="1" dirty="0">
                <a:solidFill>
                  <a:schemeClr val="tx1"/>
                </a:solidFill>
              </a:rPr>
              <a:t>: </a:t>
            </a:r>
            <a:r>
              <a:rPr lang="en-US" b="1" i="1" dirty="0" err="1">
                <a:solidFill>
                  <a:schemeClr val="tx1"/>
                </a:solidFill>
              </a:rPr>
              <a:t>rumah</a:t>
            </a:r>
            <a:r>
              <a:rPr lang="en-US" b="1" i="1" dirty="0">
                <a:solidFill>
                  <a:schemeClr val="tx1"/>
                </a:solidFill>
              </a:rPr>
              <a:t> (yang) </a:t>
            </a:r>
            <a:r>
              <a:rPr lang="en-US" b="1" i="1" dirty="0" err="1">
                <a:solidFill>
                  <a:schemeClr val="tx1"/>
                </a:solidFill>
              </a:rPr>
              <a:t>kecil</a:t>
            </a:r>
            <a:r>
              <a:rPr lang="en-US" b="1" i="1" dirty="0">
                <a:solidFill>
                  <a:schemeClr val="tx1"/>
                </a:solidFill>
              </a:rPr>
              <a:t>         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b="1" dirty="0" err="1">
                <a:solidFill>
                  <a:schemeClr val="tx1"/>
                </a:solidFill>
                <a:sym typeface="Wingdings" panose="05000000000000000000" pitchFamily="2" charset="2"/>
              </a:rPr>
              <a:t>frasa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Font typeface="Corbel" panose="020B0503020204020204" pitchFamily="34" charset="0"/>
              <a:buNone/>
              <a:defRPr/>
            </a:pPr>
            <a:r>
              <a:rPr lang="en-US" b="1" i="1" dirty="0">
                <a:solidFill>
                  <a:schemeClr val="tx1"/>
                </a:solidFill>
              </a:rPr>
              <a:t>		</a:t>
            </a:r>
            <a:r>
              <a:rPr lang="en-US" b="1" i="1" dirty="0" err="1">
                <a:solidFill>
                  <a:schemeClr val="tx1"/>
                </a:solidFill>
              </a:rPr>
              <a:t>rumah</a:t>
            </a:r>
            <a:r>
              <a:rPr lang="en-US" b="1" i="1" dirty="0">
                <a:solidFill>
                  <a:schemeClr val="tx1"/>
                </a:solidFill>
              </a:rPr>
              <a:t> (yang) </a:t>
            </a:r>
            <a:r>
              <a:rPr lang="en-US" b="1" i="1" dirty="0" err="1">
                <a:solidFill>
                  <a:schemeClr val="tx1"/>
                </a:solidFill>
              </a:rPr>
              <a:t>sakit</a:t>
            </a:r>
            <a:r>
              <a:rPr lang="en-US" b="1" i="1" dirty="0">
                <a:solidFill>
                  <a:schemeClr val="tx1"/>
                </a:solidFill>
              </a:rPr>
              <a:t>  </a:t>
            </a:r>
            <a:r>
              <a:rPr lang="en-US" b="1" dirty="0">
                <a:solidFill>
                  <a:schemeClr val="tx1"/>
                </a:solidFill>
              </a:rPr>
              <a:t>(?) 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 kata </a:t>
            </a:r>
            <a:r>
              <a:rPr lang="en-US" b="1" dirty="0" err="1">
                <a:solidFill>
                  <a:schemeClr val="tx1"/>
                </a:solidFill>
                <a:sym typeface="Wingdings" panose="05000000000000000000" pitchFamily="2" charset="2"/>
              </a:rPr>
              <a:t>majemuk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Font typeface="Corbel" panose="020B0503020204020204" pitchFamily="34" charset="0"/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Font typeface="Corbel" panose="020B0503020204020204" pitchFamily="34" charset="0"/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2. </a:t>
            </a:r>
            <a:r>
              <a:rPr lang="en-US" b="1" dirty="0" err="1">
                <a:solidFill>
                  <a:srgbClr val="FF0000"/>
                </a:solidFill>
              </a:rPr>
              <a:t>Secara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umum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frasa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bermakna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denotatif</a:t>
            </a:r>
            <a:r>
              <a:rPr lang="en-US" b="1" dirty="0">
                <a:solidFill>
                  <a:srgbClr val="FF0000"/>
                </a:solidFill>
              </a:rPr>
              <a:t>; kata </a:t>
            </a:r>
            <a:r>
              <a:rPr lang="en-US" b="1" dirty="0" err="1">
                <a:solidFill>
                  <a:srgbClr val="FF0000"/>
                </a:solidFill>
              </a:rPr>
              <a:t>majemuk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konotatif</a:t>
            </a:r>
            <a:r>
              <a:rPr lang="en-US" b="1" dirty="0">
                <a:solidFill>
                  <a:srgbClr val="FF0000"/>
                </a:solidFill>
              </a:rPr>
              <a:t>.</a:t>
            </a:r>
          </a:p>
          <a:p>
            <a:pPr marL="0" indent="0">
              <a:buFont typeface="Corbel" panose="020B0503020204020204" pitchFamily="34" charset="0"/>
              <a:buNone/>
              <a:defRPr/>
            </a:pPr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en-US" b="1" dirty="0" err="1">
                <a:solidFill>
                  <a:schemeClr val="tx1"/>
                </a:solidFill>
              </a:rPr>
              <a:t>Contoh</a:t>
            </a:r>
            <a:r>
              <a:rPr lang="en-US" b="1" dirty="0">
                <a:solidFill>
                  <a:schemeClr val="tx1"/>
                </a:solidFill>
              </a:rPr>
              <a:t>: </a:t>
            </a:r>
            <a:r>
              <a:rPr lang="en-US" b="1" i="1" dirty="0" err="1">
                <a:solidFill>
                  <a:schemeClr val="tx1"/>
                </a:solidFill>
              </a:rPr>
              <a:t>kambing</a:t>
            </a:r>
            <a:r>
              <a:rPr lang="en-US" b="1" i="1" dirty="0">
                <a:solidFill>
                  <a:schemeClr val="tx1"/>
                </a:solidFill>
              </a:rPr>
              <a:t> </a:t>
            </a:r>
            <a:r>
              <a:rPr lang="en-US" b="1" i="1" dirty="0" err="1">
                <a:solidFill>
                  <a:schemeClr val="tx1"/>
                </a:solidFill>
              </a:rPr>
              <a:t>hitam</a:t>
            </a:r>
            <a:r>
              <a:rPr lang="en-US" b="1" dirty="0">
                <a:solidFill>
                  <a:schemeClr val="tx1"/>
                </a:solidFill>
              </a:rPr>
              <a:t>   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b="1" dirty="0" err="1">
                <a:solidFill>
                  <a:schemeClr val="tx1"/>
                </a:solidFill>
                <a:sym typeface="Wingdings" panose="05000000000000000000" pitchFamily="2" charset="2"/>
              </a:rPr>
              <a:t>kambing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schemeClr val="tx1"/>
                </a:solidFill>
                <a:sym typeface="Wingdings" panose="05000000000000000000" pitchFamily="2" charset="2"/>
              </a:rPr>
              <a:t>warna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schemeClr val="tx1"/>
                </a:solidFill>
                <a:sym typeface="Wingdings" panose="05000000000000000000" pitchFamily="2" charset="2"/>
              </a:rPr>
              <a:t>hitam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    </a:t>
            </a:r>
            <a:r>
              <a:rPr lang="en-US" b="1" dirty="0" err="1">
                <a:solidFill>
                  <a:schemeClr val="tx1"/>
                </a:solidFill>
                <a:sym typeface="Wingdings" panose="05000000000000000000" pitchFamily="2" charset="2"/>
              </a:rPr>
              <a:t>frasa</a:t>
            </a:r>
            <a:endParaRPr lang="en-US" b="1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Font typeface="Corbel" panose="020B0503020204020204" pitchFamily="34" charset="0"/>
              <a:buNone/>
              <a:defRPr/>
            </a:pP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		</a:t>
            </a:r>
            <a:r>
              <a:rPr lang="en-US" b="1" i="1" dirty="0" err="1">
                <a:solidFill>
                  <a:schemeClr val="tx1"/>
                </a:solidFill>
                <a:sym typeface="Wingdings" panose="05000000000000000000" pitchFamily="2" charset="2"/>
              </a:rPr>
              <a:t>kambing</a:t>
            </a:r>
            <a:r>
              <a:rPr lang="en-US" b="1" i="1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en-US" b="1" i="1" dirty="0" err="1">
                <a:solidFill>
                  <a:schemeClr val="tx1"/>
                </a:solidFill>
                <a:sym typeface="Wingdings" panose="05000000000000000000" pitchFamily="2" charset="2"/>
              </a:rPr>
              <a:t>hitam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    orang yang </a:t>
            </a:r>
            <a:r>
              <a:rPr lang="en-US" b="1" dirty="0" err="1">
                <a:solidFill>
                  <a:schemeClr val="tx1"/>
                </a:solidFill>
                <a:sym typeface="Wingdings" panose="05000000000000000000" pitchFamily="2" charset="2"/>
              </a:rPr>
              <a:t>disalahkan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   kata </a:t>
            </a:r>
            <a:r>
              <a:rPr lang="en-US" b="1" dirty="0" err="1">
                <a:solidFill>
                  <a:schemeClr val="tx1"/>
                </a:solidFill>
                <a:sym typeface="Wingdings" panose="05000000000000000000" pitchFamily="2" charset="2"/>
              </a:rPr>
              <a:t>majemuk</a:t>
            </a:r>
            <a:endParaRPr lang="en-US" b="1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  <a:defRPr/>
            </a:pP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49A785EF-6A45-4655-C231-4FEB09D93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2073275"/>
            <a:ext cx="7456488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99000"/>
              </a:lnSpc>
            </a:pPr>
            <a:endParaRPr lang="en-US" altLang="en-US" sz="4000" b="1">
              <a:latin typeface="Century Schoolbook" panose="02040604050505020304" pitchFamily="18" charset="0"/>
            </a:endParaRPr>
          </a:p>
          <a:p>
            <a:pPr algn="ctr" defTabSz="914400" eaLnBrk="1" hangingPunct="1">
              <a:lnSpc>
                <a:spcPct val="99000"/>
              </a:lnSpc>
            </a:pPr>
            <a:r>
              <a:rPr lang="en-US" altLang="en-US" sz="4000" b="1">
                <a:latin typeface="Century Schoolbook" panose="02040604050505020304" pitchFamily="18" charset="0"/>
              </a:rPr>
              <a:t>Sudah paham belum?</a:t>
            </a:r>
          </a:p>
          <a:p>
            <a:pPr algn="ctr" defTabSz="914400" eaLnBrk="1" hangingPunct="1">
              <a:lnSpc>
                <a:spcPct val="99000"/>
              </a:lnSpc>
            </a:pPr>
            <a:r>
              <a:rPr lang="en-US" altLang="en-US" sz="4000" b="1">
                <a:latin typeface="Century Schoolbook" panose="02040604050505020304" pitchFamily="18" charset="0"/>
              </a:rPr>
              <a:t>Ada pertanyaan?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TM10001104[[fn=Feathered]]</Template>
  <TotalTime>320</TotalTime>
  <Words>934</Words>
  <Application>Microsoft Office PowerPoint</Application>
  <PresentationFormat>Widescreen</PresentationFormat>
  <Paragraphs>137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Feathered</vt:lpstr>
      <vt:lpstr>TATA KATA</vt:lpstr>
      <vt:lpstr>PENDAHULUAN</vt:lpstr>
      <vt:lpstr>TATA KATA</vt:lpstr>
      <vt:lpstr>TATA KATA</vt:lpstr>
      <vt:lpstr>PowerPoint Presentation</vt:lpstr>
      <vt:lpstr>PowerPoint Presentation</vt:lpstr>
      <vt:lpstr>PowerPoint Presentation</vt:lpstr>
      <vt:lpstr>PowerPoint Presentation</vt:lpstr>
      <vt:lpstr>PENGIMBUHAN (AFIKSASI)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PENGULANGAN (REDUPLIKASI)</vt:lpstr>
      <vt:lpstr>PEMAJEMUKAN (KOMPOSITUM)</vt:lpstr>
      <vt:lpstr>BEDA FRASA DAN  KATA MAJEMUK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TATA KATA</dc:title>
  <dc:creator>user</dc:creator>
  <cp:lastModifiedBy>Jennifer Sandy</cp:lastModifiedBy>
  <cp:revision>51</cp:revision>
  <dcterms:created xsi:type="dcterms:W3CDTF">2018-10-22T01:27:01Z</dcterms:created>
  <dcterms:modified xsi:type="dcterms:W3CDTF">2023-09-08T02:02:59Z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2023-09-08T02:02:58Z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6b5bf91a-3b9e-4bcd-9e3e-6bd997892bfa</vt:lpwstr>
  </property>
  <property fmtid="{D5CDD505-2E9C-101B-9397-08002B2CF9AE}" pid="8" name="MSIP_Label_38b525e5-f3da-4501-8f1e-526b6769fc56_ContentBits">
    <vt:lpwstr>0</vt:lpwstr>
  </property>
</Properties>
</file>